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uperDario" charset="1" panose="00000000000000000000"/>
      <p:regular r:id="rId21"/>
    </p:embeddedFont>
    <p:embeddedFont>
      <p:font typeface="Brick Sans" charset="1" panose="00000000000000000000"/>
      <p:regular r:id="rId22"/>
    </p:embeddedFont>
    <p:embeddedFont>
      <p:font typeface="Retropix" charset="1" panose="00000000000000000000"/>
      <p:regular r:id="rId23"/>
    </p:embeddedFont>
    <p:embeddedFont>
      <p:font typeface="Stanger Bold" charset="1" panose="000007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jpe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4.jpeg" Type="http://schemas.openxmlformats.org/officeDocument/2006/relationships/image"/><Relationship Id="rId15" Target="../media/image25.jpeg" Type="http://schemas.openxmlformats.org/officeDocument/2006/relationships/image"/><Relationship Id="rId16" Target="../media/image26.jpeg" Type="http://schemas.openxmlformats.org/officeDocument/2006/relationships/image"/><Relationship Id="rId17" Target="../media/image17.jpe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7.jpeg" Type="http://schemas.openxmlformats.org/officeDocument/2006/relationships/image"/><Relationship Id="rId15" Target="../media/image27.png" Type="http://schemas.openxmlformats.org/officeDocument/2006/relationships/image"/><Relationship Id="rId16" Target="../media/image28.svg" Type="http://schemas.openxmlformats.org/officeDocument/2006/relationships/image"/><Relationship Id="rId17" Target="../media/image29.png" Type="http://schemas.openxmlformats.org/officeDocument/2006/relationships/image"/><Relationship Id="rId18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18" Target="../media/image1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20.png" Type="http://schemas.openxmlformats.org/officeDocument/2006/relationships/image"/><Relationship Id="rId19" Target="../media/image21.svg" Type="http://schemas.openxmlformats.org/officeDocument/2006/relationships/image"/><Relationship Id="rId2" Target="../media/image41.png" Type="http://schemas.openxmlformats.org/officeDocument/2006/relationships/image"/><Relationship Id="rId20" Target="../media/image1.png" Type="http://schemas.openxmlformats.org/officeDocument/2006/relationships/image"/><Relationship Id="rId21" Target="../media/image2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24" Target="../media/image49.png" Type="http://schemas.openxmlformats.org/officeDocument/2006/relationships/image"/><Relationship Id="rId25" Target="../media/image17.jpe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17.jpe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62.pn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63.pn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18" Target="../media/image64.png" Type="http://schemas.openxmlformats.org/officeDocument/2006/relationships/image"/><Relationship Id="rId19" Target="../media/image65.jpeg" Type="http://schemas.openxmlformats.org/officeDocument/2006/relationships/image"/><Relationship Id="rId2" Target="../media/image41.png" Type="http://schemas.openxmlformats.org/officeDocument/2006/relationships/image"/><Relationship Id="rId20" Target="../media/image66.png" Type="http://schemas.openxmlformats.org/officeDocument/2006/relationships/image"/><Relationship Id="rId21" Target="../media/image67.png" Type="http://schemas.openxmlformats.org/officeDocument/2006/relationships/image"/><Relationship Id="rId22" Target="../media/image68.png" Type="http://schemas.openxmlformats.org/officeDocument/2006/relationships/image"/><Relationship Id="rId23" Target="../media/image69.png" Type="http://schemas.openxmlformats.org/officeDocument/2006/relationships/image"/><Relationship Id="rId24" Target="../media/image70.png" Type="http://schemas.openxmlformats.org/officeDocument/2006/relationships/image"/><Relationship Id="rId25" Target="../media/image71.png" Type="http://schemas.openxmlformats.org/officeDocument/2006/relationships/image"/><Relationship Id="rId26" Target="../media/image72.png" Type="http://schemas.openxmlformats.org/officeDocument/2006/relationships/image"/><Relationship Id="rId27" Target="../media/image73.jpeg" Type="http://schemas.openxmlformats.org/officeDocument/2006/relationships/image"/><Relationship Id="rId28" Target="../media/image17.jpeg" Type="http://schemas.openxmlformats.org/officeDocument/2006/relationships/image"/><Relationship Id="rId3" Target="../media/image4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74.png" Type="http://schemas.openxmlformats.org/officeDocument/2006/relationships/image"/><Relationship Id="rId17" Target="../media/image75.svg" Type="http://schemas.openxmlformats.org/officeDocument/2006/relationships/image"/><Relationship Id="rId18" Target="../media/image76.png" Type="http://schemas.openxmlformats.org/officeDocument/2006/relationships/image"/><Relationship Id="rId19" Target="../media/image77.svg" Type="http://schemas.openxmlformats.org/officeDocument/2006/relationships/image"/><Relationship Id="rId2" Target="../media/image41.png" Type="http://schemas.openxmlformats.org/officeDocument/2006/relationships/image"/><Relationship Id="rId20" Target="../media/image78.png" Type="http://schemas.openxmlformats.org/officeDocument/2006/relationships/image"/><Relationship Id="rId21" Target="../media/image79.svg" Type="http://schemas.openxmlformats.org/officeDocument/2006/relationships/image"/><Relationship Id="rId22" Target="../media/image15.png" Type="http://schemas.openxmlformats.org/officeDocument/2006/relationships/image"/><Relationship Id="rId23" Target="../media/image16.svg" Type="http://schemas.openxmlformats.org/officeDocument/2006/relationships/image"/><Relationship Id="rId24" Target="../media/image9.png" Type="http://schemas.openxmlformats.org/officeDocument/2006/relationships/image"/><Relationship Id="rId25" Target="../media/image10.svg" Type="http://schemas.openxmlformats.org/officeDocument/2006/relationships/image"/><Relationship Id="rId26" Target="../media/image20.png" Type="http://schemas.openxmlformats.org/officeDocument/2006/relationships/image"/><Relationship Id="rId27" Target="../media/image21.svg" Type="http://schemas.openxmlformats.org/officeDocument/2006/relationships/image"/><Relationship Id="rId28" Target="../media/image17.jpeg" Type="http://schemas.openxmlformats.org/officeDocument/2006/relationships/image"/><Relationship Id="rId3" Target="../media/image4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media/image41.pn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82.jpeg" Type="http://schemas.openxmlformats.org/officeDocument/2006/relationships/image"/><Relationship Id="rId25" Target="../media/image17.jpeg" Type="http://schemas.openxmlformats.org/officeDocument/2006/relationships/image"/><Relationship Id="rId3" Target="../media/image4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media/image41.pn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17.jpeg" Type="http://schemas.openxmlformats.org/officeDocument/2006/relationships/image"/><Relationship Id="rId25" Target="../media/image83.png" Type="http://schemas.openxmlformats.org/officeDocument/2006/relationships/image"/><Relationship Id="rId3" Target="../media/image4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84.png" Type="http://schemas.openxmlformats.org/officeDocument/2006/relationships/image"/><Relationship Id="rId13" Target="../media/image85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18" Target="../media/image88.png" Type="http://schemas.openxmlformats.org/officeDocument/2006/relationships/image"/><Relationship Id="rId19" Target="../media/image89.svg" Type="http://schemas.openxmlformats.org/officeDocument/2006/relationships/image"/><Relationship Id="rId2" Target="../media/image41.png" Type="http://schemas.openxmlformats.org/officeDocument/2006/relationships/image"/><Relationship Id="rId20" Target="../media/image90.png" Type="http://schemas.openxmlformats.org/officeDocument/2006/relationships/image"/><Relationship Id="rId21" Target="../media/image91.svg" Type="http://schemas.openxmlformats.org/officeDocument/2006/relationships/image"/><Relationship Id="rId22" Target="../media/image5.png" Type="http://schemas.openxmlformats.org/officeDocument/2006/relationships/image"/><Relationship Id="rId23" Target="../media/image6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92.png" Type="http://schemas.openxmlformats.org/officeDocument/2006/relationships/image"/><Relationship Id="rId27" Target="../media/image93.svg" Type="http://schemas.openxmlformats.org/officeDocument/2006/relationships/image"/><Relationship Id="rId28" Target="../media/image94.png" Type="http://schemas.openxmlformats.org/officeDocument/2006/relationships/image"/><Relationship Id="rId29" Target="../media/image95.svg" Type="http://schemas.openxmlformats.org/officeDocument/2006/relationships/image"/><Relationship Id="rId3" Target="../media/image42.svg" Type="http://schemas.openxmlformats.org/officeDocument/2006/relationships/image"/><Relationship Id="rId30" Target="../media/image1.png" Type="http://schemas.openxmlformats.org/officeDocument/2006/relationships/image"/><Relationship Id="rId31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84.png" Type="http://schemas.openxmlformats.org/officeDocument/2006/relationships/image"/><Relationship Id="rId13" Target="../media/image85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18" Target="../media/image88.png" Type="http://schemas.openxmlformats.org/officeDocument/2006/relationships/image"/><Relationship Id="rId19" Target="../media/image89.svg" Type="http://schemas.openxmlformats.org/officeDocument/2006/relationships/image"/><Relationship Id="rId2" Target="../media/image41.png" Type="http://schemas.openxmlformats.org/officeDocument/2006/relationships/image"/><Relationship Id="rId20" Target="../media/image90.png" Type="http://schemas.openxmlformats.org/officeDocument/2006/relationships/image"/><Relationship Id="rId21" Target="../media/image91.svg" Type="http://schemas.openxmlformats.org/officeDocument/2006/relationships/image"/><Relationship Id="rId22" Target="../media/image5.png" Type="http://schemas.openxmlformats.org/officeDocument/2006/relationships/image"/><Relationship Id="rId23" Target="../media/image6.svg" Type="http://schemas.openxmlformats.org/officeDocument/2006/relationships/image"/><Relationship Id="rId24" Target="../media/image15.png" Type="http://schemas.openxmlformats.org/officeDocument/2006/relationships/image"/><Relationship Id="rId25" Target="../media/image16.svg" Type="http://schemas.openxmlformats.org/officeDocument/2006/relationships/image"/><Relationship Id="rId26" Target="../media/image92.png" Type="http://schemas.openxmlformats.org/officeDocument/2006/relationships/image"/><Relationship Id="rId27" Target="../media/image93.svg" Type="http://schemas.openxmlformats.org/officeDocument/2006/relationships/image"/><Relationship Id="rId28" Target="../media/image94.png" Type="http://schemas.openxmlformats.org/officeDocument/2006/relationships/image"/><Relationship Id="rId29" Target="../media/image95.svg" Type="http://schemas.openxmlformats.org/officeDocument/2006/relationships/image"/><Relationship Id="rId3" Target="../media/image42.svg" Type="http://schemas.openxmlformats.org/officeDocument/2006/relationships/image"/><Relationship Id="rId30" Target="../media/image1.png" Type="http://schemas.openxmlformats.org/officeDocument/2006/relationships/image"/><Relationship Id="rId31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1177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0" y="0"/>
                </a:moveTo>
                <a:lnTo>
                  <a:pt x="9977052" y="0"/>
                </a:lnTo>
                <a:lnTo>
                  <a:pt x="9977052" y="9977052"/>
                </a:lnTo>
                <a:lnTo>
                  <a:pt x="0" y="997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266350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9977053" y="0"/>
                </a:moveTo>
                <a:lnTo>
                  <a:pt x="0" y="0"/>
                </a:lnTo>
                <a:lnTo>
                  <a:pt x="0" y="9977052"/>
                </a:lnTo>
                <a:lnTo>
                  <a:pt x="9977053" y="9977052"/>
                </a:lnTo>
                <a:lnTo>
                  <a:pt x="9977053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23873" y="8127992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28162" y="8127992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2540" y="8127992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44766" y="8127992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38768" y="8127992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57495" y="8127992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13547" y="7630964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29"/>
                </a:lnTo>
                <a:lnTo>
                  <a:pt x="0" y="1531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326701" y="7747934"/>
            <a:ext cx="1174337" cy="760116"/>
          </a:xfrm>
          <a:custGeom>
            <a:avLst/>
            <a:gdLst/>
            <a:ahLst/>
            <a:cxnLst/>
            <a:rect r="r" b="b" t="t" l="l"/>
            <a:pathLst>
              <a:path h="760116" w="1174337">
                <a:moveTo>
                  <a:pt x="0" y="0"/>
                </a:moveTo>
                <a:lnTo>
                  <a:pt x="1174337" y="0"/>
                </a:lnTo>
                <a:lnTo>
                  <a:pt x="1174337" y="760116"/>
                </a:lnTo>
                <a:lnTo>
                  <a:pt x="0" y="760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33395" y="7647853"/>
            <a:ext cx="851809" cy="1531029"/>
          </a:xfrm>
          <a:custGeom>
            <a:avLst/>
            <a:gdLst/>
            <a:ahLst/>
            <a:cxnLst/>
            <a:rect r="r" b="b" t="t" l="l"/>
            <a:pathLst>
              <a:path h="1531029" w="851809">
                <a:moveTo>
                  <a:pt x="0" y="0"/>
                </a:moveTo>
                <a:lnTo>
                  <a:pt x="851810" y="0"/>
                </a:lnTo>
                <a:lnTo>
                  <a:pt x="851810" y="1531029"/>
                </a:lnTo>
                <a:lnTo>
                  <a:pt x="0" y="1531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75534" y="7647853"/>
            <a:ext cx="851809" cy="1531029"/>
          </a:xfrm>
          <a:custGeom>
            <a:avLst/>
            <a:gdLst/>
            <a:ahLst/>
            <a:cxnLst/>
            <a:rect r="r" b="b" t="t" l="l"/>
            <a:pathLst>
              <a:path h="1531029" w="851809">
                <a:moveTo>
                  <a:pt x="0" y="0"/>
                </a:moveTo>
                <a:lnTo>
                  <a:pt x="851809" y="0"/>
                </a:lnTo>
                <a:lnTo>
                  <a:pt x="851809" y="1531029"/>
                </a:lnTo>
                <a:lnTo>
                  <a:pt x="0" y="1531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42564" y="1492461"/>
            <a:ext cx="3525902" cy="1230860"/>
          </a:xfrm>
          <a:custGeom>
            <a:avLst/>
            <a:gdLst/>
            <a:ahLst/>
            <a:cxnLst/>
            <a:rect r="r" b="b" t="t" l="l"/>
            <a:pathLst>
              <a:path h="1230860" w="3525902">
                <a:moveTo>
                  <a:pt x="0" y="0"/>
                </a:moveTo>
                <a:lnTo>
                  <a:pt x="3525902" y="0"/>
                </a:lnTo>
                <a:lnTo>
                  <a:pt x="3525902" y="1230861"/>
                </a:lnTo>
                <a:lnTo>
                  <a:pt x="0" y="1230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451637" y="1334058"/>
            <a:ext cx="4279799" cy="1494039"/>
          </a:xfrm>
          <a:custGeom>
            <a:avLst/>
            <a:gdLst/>
            <a:ahLst/>
            <a:cxnLst/>
            <a:rect r="r" b="b" t="t" l="l"/>
            <a:pathLst>
              <a:path h="1494039" w="4279799">
                <a:moveTo>
                  <a:pt x="0" y="0"/>
                </a:moveTo>
                <a:lnTo>
                  <a:pt x="4279799" y="0"/>
                </a:lnTo>
                <a:lnTo>
                  <a:pt x="4279799" y="1494039"/>
                </a:lnTo>
                <a:lnTo>
                  <a:pt x="0" y="14940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78052" y="740409"/>
            <a:ext cx="2399910" cy="2399910"/>
          </a:xfrm>
          <a:custGeom>
            <a:avLst/>
            <a:gdLst/>
            <a:ahLst/>
            <a:cxnLst/>
            <a:rect r="r" b="b" t="t" l="l"/>
            <a:pathLst>
              <a:path h="2399910" w="2399910">
                <a:moveTo>
                  <a:pt x="0" y="0"/>
                </a:moveTo>
                <a:lnTo>
                  <a:pt x="2399910" y="0"/>
                </a:lnTo>
                <a:lnTo>
                  <a:pt x="2399910" y="2399910"/>
                </a:lnTo>
                <a:lnTo>
                  <a:pt x="0" y="23999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96349" y="3660098"/>
            <a:ext cx="1133859" cy="5518785"/>
          </a:xfrm>
          <a:custGeom>
            <a:avLst/>
            <a:gdLst/>
            <a:ahLst/>
            <a:cxnLst/>
            <a:rect r="r" b="b" t="t" l="l"/>
            <a:pathLst>
              <a:path h="5518785" w="1133859">
                <a:moveTo>
                  <a:pt x="0" y="0"/>
                </a:moveTo>
                <a:lnTo>
                  <a:pt x="1133860" y="0"/>
                </a:lnTo>
                <a:lnTo>
                  <a:pt x="1133860" y="5518784"/>
                </a:lnTo>
                <a:lnTo>
                  <a:pt x="0" y="55187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63455" y="1654614"/>
            <a:ext cx="8161089" cy="180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18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43793" y="3273669"/>
            <a:ext cx="11504913" cy="305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7"/>
              </a:lnSpc>
              <a:spcBef>
                <a:spcPct val="0"/>
              </a:spcBef>
            </a:pPr>
            <a:r>
              <a:rPr lang="en-US" sz="11053">
                <a:solidFill>
                  <a:srgbClr val="FFFFFF"/>
                </a:solidFill>
                <a:latin typeface="SuperDario"/>
                <a:ea typeface="SuperDario"/>
                <a:cs typeface="SuperDario"/>
                <a:sym typeface="SuperDario"/>
              </a:rPr>
              <a:t>PROYECTO “SYNAPQUEST”</a:t>
            </a:r>
          </a:p>
          <a:p>
            <a:pPr algn="ctr">
              <a:lnSpc>
                <a:spcPts val="5314"/>
              </a:lnSpc>
              <a:spcBef>
                <a:spcPct val="0"/>
              </a:spcBef>
            </a:pPr>
            <a:r>
              <a:rPr lang="en-US" sz="4920">
                <a:solidFill>
                  <a:srgbClr val="FFFFFF"/>
                </a:solidFill>
                <a:latin typeface="SuperDario"/>
                <a:ea typeface="SuperDario"/>
                <a:cs typeface="SuperDario"/>
                <a:sym typeface="SuperDario"/>
              </a:rPr>
              <a:t>Una plataforma de aprendizaje adaptativo</a:t>
            </a:r>
          </a:p>
          <a:p>
            <a:pPr algn="ctr">
              <a:lnSpc>
                <a:spcPts val="5314"/>
              </a:lnSpc>
              <a:spcBef>
                <a:spcPct val="0"/>
              </a:spcBef>
            </a:pPr>
            <a:r>
              <a:rPr lang="en-US" sz="4920">
                <a:solidFill>
                  <a:srgbClr val="FFFFFF"/>
                </a:solidFill>
                <a:latin typeface="SuperDario"/>
                <a:ea typeface="SuperDario"/>
                <a:cs typeface="SuperDario"/>
                <a:sym typeface="SuperDario"/>
              </a:rPr>
              <a:t>PRESENTACIÓN FINAL CAPSTONE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0" y="0"/>
            <a:ext cx="4466259" cy="1116565"/>
            <a:chOff x="0" y="0"/>
            <a:chExt cx="6282812" cy="1570704"/>
          </a:xfrm>
        </p:grpSpPr>
        <p:sp>
          <p:nvSpPr>
            <p:cNvPr name="Freeform 21" id="21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1177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0" y="0"/>
                </a:moveTo>
                <a:lnTo>
                  <a:pt x="9977052" y="0"/>
                </a:lnTo>
                <a:lnTo>
                  <a:pt x="9977052" y="9977052"/>
                </a:lnTo>
                <a:lnTo>
                  <a:pt x="0" y="997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251212" y="-729463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9977053" y="0"/>
                </a:moveTo>
                <a:lnTo>
                  <a:pt x="0" y="0"/>
                </a:lnTo>
                <a:lnTo>
                  <a:pt x="0" y="9977052"/>
                </a:lnTo>
                <a:lnTo>
                  <a:pt x="9977053" y="9977052"/>
                </a:lnTo>
                <a:lnTo>
                  <a:pt x="9977053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28162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2540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44766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38768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57495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1032834" y="1028700"/>
            <a:ext cx="2701051" cy="942912"/>
          </a:xfrm>
          <a:custGeom>
            <a:avLst/>
            <a:gdLst/>
            <a:ahLst/>
            <a:cxnLst/>
            <a:rect r="r" b="b" t="t" l="l"/>
            <a:pathLst>
              <a:path h="942912" w="2701051">
                <a:moveTo>
                  <a:pt x="2701050" y="0"/>
                </a:moveTo>
                <a:lnTo>
                  <a:pt x="0" y="0"/>
                </a:lnTo>
                <a:lnTo>
                  <a:pt x="0" y="942912"/>
                </a:lnTo>
                <a:lnTo>
                  <a:pt x="2701050" y="942912"/>
                </a:lnTo>
                <a:lnTo>
                  <a:pt x="27010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57495" y="390500"/>
            <a:ext cx="2681849" cy="2681849"/>
          </a:xfrm>
          <a:custGeom>
            <a:avLst/>
            <a:gdLst/>
            <a:ahLst/>
            <a:cxnLst/>
            <a:rect r="r" b="b" t="t" l="l"/>
            <a:pathLst>
              <a:path h="2681849" w="2681849">
                <a:moveTo>
                  <a:pt x="0" y="0"/>
                </a:moveTo>
                <a:lnTo>
                  <a:pt x="2681849" y="0"/>
                </a:lnTo>
                <a:lnTo>
                  <a:pt x="2681849" y="2681849"/>
                </a:lnTo>
                <a:lnTo>
                  <a:pt x="0" y="2681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541019" y="4767917"/>
            <a:ext cx="2974343" cy="1038316"/>
          </a:xfrm>
          <a:custGeom>
            <a:avLst/>
            <a:gdLst/>
            <a:ahLst/>
            <a:cxnLst/>
            <a:rect r="r" b="b" t="t" l="l"/>
            <a:pathLst>
              <a:path h="1038316" w="2974343">
                <a:moveTo>
                  <a:pt x="2974343" y="0"/>
                </a:moveTo>
                <a:lnTo>
                  <a:pt x="0" y="0"/>
                </a:lnTo>
                <a:lnTo>
                  <a:pt x="0" y="1038316"/>
                </a:lnTo>
                <a:lnTo>
                  <a:pt x="2974343" y="1038316"/>
                </a:lnTo>
                <a:lnTo>
                  <a:pt x="29743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2543130" y="496117"/>
            <a:ext cx="3538643" cy="1235308"/>
          </a:xfrm>
          <a:custGeom>
            <a:avLst/>
            <a:gdLst/>
            <a:ahLst/>
            <a:cxnLst/>
            <a:rect r="r" b="b" t="t" l="l"/>
            <a:pathLst>
              <a:path h="1235308" w="3538643">
                <a:moveTo>
                  <a:pt x="3538644" y="0"/>
                </a:moveTo>
                <a:lnTo>
                  <a:pt x="0" y="0"/>
                </a:lnTo>
                <a:lnTo>
                  <a:pt x="0" y="1235308"/>
                </a:lnTo>
                <a:lnTo>
                  <a:pt x="3538644" y="1235308"/>
                </a:lnTo>
                <a:lnTo>
                  <a:pt x="35386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86093" y="1454257"/>
            <a:ext cx="15730238" cy="7804043"/>
            <a:chOff x="0" y="0"/>
            <a:chExt cx="19039262" cy="94457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39261" cy="9445707"/>
            </a:xfrm>
            <a:custGeom>
              <a:avLst/>
              <a:gdLst/>
              <a:ahLst/>
              <a:cxnLst/>
              <a:rect r="r" b="b" t="t" l="l"/>
              <a:pathLst>
                <a:path h="9445707" w="19039261">
                  <a:moveTo>
                    <a:pt x="18642611" y="944571"/>
                  </a:moveTo>
                  <a:cubicBezTo>
                    <a:pt x="18642611" y="850114"/>
                    <a:pt x="18642611" y="661199"/>
                    <a:pt x="18642611" y="566742"/>
                  </a:cubicBezTo>
                  <a:lnTo>
                    <a:pt x="18245959" y="566742"/>
                  </a:lnTo>
                  <a:lnTo>
                    <a:pt x="18245959" y="377828"/>
                  </a:lnTo>
                  <a:lnTo>
                    <a:pt x="17849307" y="377828"/>
                  </a:lnTo>
                  <a:lnTo>
                    <a:pt x="17849307" y="188914"/>
                  </a:lnTo>
                  <a:cubicBezTo>
                    <a:pt x="17650982" y="188914"/>
                    <a:pt x="17254331" y="188914"/>
                    <a:pt x="17056005" y="188914"/>
                  </a:cubicBezTo>
                  <a:lnTo>
                    <a:pt x="17056005" y="0"/>
                  </a:lnTo>
                  <a:cubicBezTo>
                    <a:pt x="12034400" y="0"/>
                    <a:pt x="7004862" y="0"/>
                    <a:pt x="1983256" y="0"/>
                  </a:cubicBezTo>
                  <a:lnTo>
                    <a:pt x="1983256" y="188914"/>
                  </a:lnTo>
                  <a:cubicBezTo>
                    <a:pt x="1784931" y="188914"/>
                    <a:pt x="1388280" y="188914"/>
                    <a:pt x="1189954" y="188914"/>
                  </a:cubicBezTo>
                  <a:lnTo>
                    <a:pt x="1189954" y="377828"/>
                  </a:lnTo>
                  <a:lnTo>
                    <a:pt x="793303" y="377828"/>
                  </a:lnTo>
                  <a:lnTo>
                    <a:pt x="793303" y="566742"/>
                  </a:lnTo>
                  <a:lnTo>
                    <a:pt x="396651" y="566742"/>
                  </a:lnTo>
                  <a:cubicBezTo>
                    <a:pt x="396651" y="661199"/>
                    <a:pt x="396651" y="850114"/>
                    <a:pt x="396651" y="944571"/>
                  </a:cubicBezTo>
                  <a:lnTo>
                    <a:pt x="0" y="944571"/>
                  </a:lnTo>
                  <a:cubicBezTo>
                    <a:pt x="0" y="3462796"/>
                    <a:pt x="0" y="5982911"/>
                    <a:pt x="0" y="8501136"/>
                  </a:cubicBezTo>
                  <a:lnTo>
                    <a:pt x="396651" y="8501136"/>
                  </a:lnTo>
                  <a:cubicBezTo>
                    <a:pt x="396651" y="8595593"/>
                    <a:pt x="396651" y="8784507"/>
                    <a:pt x="396651" y="8878964"/>
                  </a:cubicBezTo>
                  <a:lnTo>
                    <a:pt x="793303" y="8878964"/>
                  </a:lnTo>
                  <a:lnTo>
                    <a:pt x="793303" y="9067879"/>
                  </a:lnTo>
                  <a:lnTo>
                    <a:pt x="1189954" y="9067879"/>
                  </a:lnTo>
                  <a:lnTo>
                    <a:pt x="1189954" y="9256793"/>
                  </a:lnTo>
                  <a:cubicBezTo>
                    <a:pt x="1388280" y="9256793"/>
                    <a:pt x="1784931" y="9256793"/>
                    <a:pt x="1983256" y="9256793"/>
                  </a:cubicBezTo>
                  <a:lnTo>
                    <a:pt x="1983256" y="9445707"/>
                  </a:lnTo>
                  <a:cubicBezTo>
                    <a:pt x="7004862" y="9445707"/>
                    <a:pt x="12034400" y="9445707"/>
                    <a:pt x="17056005" y="9445707"/>
                  </a:cubicBezTo>
                  <a:lnTo>
                    <a:pt x="17056005" y="9256793"/>
                  </a:lnTo>
                  <a:cubicBezTo>
                    <a:pt x="17254331" y="9256793"/>
                    <a:pt x="17650982" y="9256793"/>
                    <a:pt x="17849307" y="9256793"/>
                  </a:cubicBezTo>
                  <a:lnTo>
                    <a:pt x="17849307" y="9067879"/>
                  </a:lnTo>
                  <a:lnTo>
                    <a:pt x="18245959" y="9067879"/>
                  </a:lnTo>
                  <a:lnTo>
                    <a:pt x="18245959" y="8878964"/>
                  </a:lnTo>
                  <a:lnTo>
                    <a:pt x="18642611" y="8878964"/>
                  </a:lnTo>
                  <a:cubicBezTo>
                    <a:pt x="18642611" y="8784507"/>
                    <a:pt x="18642611" y="8595593"/>
                    <a:pt x="18642611" y="8501136"/>
                  </a:cubicBezTo>
                  <a:lnTo>
                    <a:pt x="19039261" y="8501136"/>
                  </a:lnTo>
                  <a:cubicBezTo>
                    <a:pt x="19039261" y="5982911"/>
                    <a:pt x="19039261" y="3462796"/>
                    <a:pt x="19039261" y="944571"/>
                  </a:cubicBezTo>
                  <a:lnTo>
                    <a:pt x="18642611" y="944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97924" y="1333412"/>
            <a:ext cx="1661552" cy="7310830"/>
          </a:xfrm>
          <a:custGeom>
            <a:avLst/>
            <a:gdLst/>
            <a:ahLst/>
            <a:cxnLst/>
            <a:rect r="r" b="b" t="t" l="l"/>
            <a:pathLst>
              <a:path h="7310830" w="1661552">
                <a:moveTo>
                  <a:pt x="0" y="0"/>
                </a:moveTo>
                <a:lnTo>
                  <a:pt x="1661552" y="0"/>
                </a:lnTo>
                <a:lnTo>
                  <a:pt x="1661552" y="7310831"/>
                </a:lnTo>
                <a:lnTo>
                  <a:pt x="0" y="7310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23873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30338" y="7501801"/>
            <a:ext cx="977252" cy="1756499"/>
          </a:xfrm>
          <a:custGeom>
            <a:avLst/>
            <a:gdLst/>
            <a:ahLst/>
            <a:cxnLst/>
            <a:rect r="r" b="b" t="t" l="l"/>
            <a:pathLst>
              <a:path h="1756499" w="977252">
                <a:moveTo>
                  <a:pt x="0" y="0"/>
                </a:moveTo>
                <a:lnTo>
                  <a:pt x="977252" y="0"/>
                </a:lnTo>
                <a:lnTo>
                  <a:pt x="977252" y="1756499"/>
                </a:lnTo>
                <a:lnTo>
                  <a:pt x="0" y="17564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544797" y="1731425"/>
            <a:ext cx="2255915" cy="2302894"/>
            <a:chOff x="0" y="0"/>
            <a:chExt cx="622046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204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20460">
                  <a:moveTo>
                    <a:pt x="6090920" y="2592070"/>
                  </a:moveTo>
                  <a:lnTo>
                    <a:pt x="6090920" y="2203450"/>
                  </a:lnTo>
                  <a:lnTo>
                    <a:pt x="5961380" y="2203450"/>
                  </a:lnTo>
                  <a:lnTo>
                    <a:pt x="5961380" y="1944370"/>
                  </a:lnTo>
                  <a:lnTo>
                    <a:pt x="5831840" y="1944370"/>
                  </a:lnTo>
                  <a:lnTo>
                    <a:pt x="5831840" y="1685290"/>
                  </a:lnTo>
                  <a:lnTo>
                    <a:pt x="5702300" y="1685290"/>
                  </a:lnTo>
                  <a:lnTo>
                    <a:pt x="5702300" y="1424940"/>
                  </a:lnTo>
                  <a:lnTo>
                    <a:pt x="5572760" y="1424940"/>
                  </a:lnTo>
                  <a:lnTo>
                    <a:pt x="5572760" y="1295400"/>
                  </a:lnTo>
                  <a:lnTo>
                    <a:pt x="5443220" y="1295400"/>
                  </a:lnTo>
                  <a:lnTo>
                    <a:pt x="5443220" y="1165860"/>
                  </a:lnTo>
                  <a:lnTo>
                    <a:pt x="5313680" y="1165860"/>
                  </a:lnTo>
                  <a:lnTo>
                    <a:pt x="5313680" y="1036320"/>
                  </a:lnTo>
                  <a:lnTo>
                    <a:pt x="5184140" y="1036320"/>
                  </a:lnTo>
                  <a:lnTo>
                    <a:pt x="5184140" y="906780"/>
                  </a:lnTo>
                  <a:lnTo>
                    <a:pt x="5054600" y="906780"/>
                  </a:lnTo>
                  <a:lnTo>
                    <a:pt x="5054600" y="777240"/>
                  </a:lnTo>
                  <a:lnTo>
                    <a:pt x="4925060" y="777240"/>
                  </a:lnTo>
                  <a:lnTo>
                    <a:pt x="4925060" y="647700"/>
                  </a:lnTo>
                  <a:lnTo>
                    <a:pt x="4795520" y="647700"/>
                  </a:lnTo>
                  <a:lnTo>
                    <a:pt x="4795520" y="518160"/>
                  </a:lnTo>
                  <a:lnTo>
                    <a:pt x="4535170" y="518160"/>
                  </a:lnTo>
                  <a:lnTo>
                    <a:pt x="4535170" y="388620"/>
                  </a:lnTo>
                  <a:lnTo>
                    <a:pt x="4276090" y="388620"/>
                  </a:lnTo>
                  <a:lnTo>
                    <a:pt x="4276090" y="259080"/>
                  </a:lnTo>
                  <a:lnTo>
                    <a:pt x="4017010" y="259080"/>
                  </a:lnTo>
                  <a:lnTo>
                    <a:pt x="4017010" y="129540"/>
                  </a:lnTo>
                  <a:lnTo>
                    <a:pt x="3628390" y="129540"/>
                  </a:lnTo>
                  <a:lnTo>
                    <a:pt x="3628390" y="0"/>
                  </a:lnTo>
                  <a:lnTo>
                    <a:pt x="2592070" y="0"/>
                  </a:lnTo>
                  <a:lnTo>
                    <a:pt x="2592070" y="129540"/>
                  </a:lnTo>
                  <a:lnTo>
                    <a:pt x="2203450" y="129540"/>
                  </a:lnTo>
                  <a:lnTo>
                    <a:pt x="2203450" y="259080"/>
                  </a:lnTo>
                  <a:lnTo>
                    <a:pt x="1944370" y="259080"/>
                  </a:lnTo>
                  <a:lnTo>
                    <a:pt x="1944370" y="388620"/>
                  </a:lnTo>
                  <a:lnTo>
                    <a:pt x="1685290" y="388620"/>
                  </a:lnTo>
                  <a:lnTo>
                    <a:pt x="1685290" y="518160"/>
                  </a:lnTo>
                  <a:lnTo>
                    <a:pt x="1424940" y="518160"/>
                  </a:lnTo>
                  <a:lnTo>
                    <a:pt x="1424940" y="647700"/>
                  </a:lnTo>
                  <a:lnTo>
                    <a:pt x="1295400" y="647700"/>
                  </a:lnTo>
                  <a:lnTo>
                    <a:pt x="1295400" y="777240"/>
                  </a:lnTo>
                  <a:lnTo>
                    <a:pt x="1165860" y="777240"/>
                  </a:lnTo>
                  <a:lnTo>
                    <a:pt x="1165860" y="906780"/>
                  </a:lnTo>
                  <a:lnTo>
                    <a:pt x="1036320" y="906780"/>
                  </a:lnTo>
                  <a:lnTo>
                    <a:pt x="1036320" y="1036320"/>
                  </a:lnTo>
                  <a:lnTo>
                    <a:pt x="906780" y="1036320"/>
                  </a:lnTo>
                  <a:lnTo>
                    <a:pt x="906780" y="1165860"/>
                  </a:lnTo>
                  <a:lnTo>
                    <a:pt x="777240" y="1165860"/>
                  </a:lnTo>
                  <a:lnTo>
                    <a:pt x="777240" y="1295400"/>
                  </a:lnTo>
                  <a:lnTo>
                    <a:pt x="647700" y="1295400"/>
                  </a:lnTo>
                  <a:lnTo>
                    <a:pt x="647700" y="1424940"/>
                  </a:lnTo>
                  <a:lnTo>
                    <a:pt x="518160" y="1424940"/>
                  </a:lnTo>
                  <a:lnTo>
                    <a:pt x="518160" y="1685290"/>
                  </a:lnTo>
                  <a:lnTo>
                    <a:pt x="388620" y="1685290"/>
                  </a:lnTo>
                  <a:lnTo>
                    <a:pt x="388620" y="1944370"/>
                  </a:lnTo>
                  <a:lnTo>
                    <a:pt x="259080" y="1944370"/>
                  </a:lnTo>
                  <a:lnTo>
                    <a:pt x="259080" y="2203450"/>
                  </a:lnTo>
                  <a:lnTo>
                    <a:pt x="129540" y="2203450"/>
                  </a:lnTo>
                  <a:lnTo>
                    <a:pt x="129540" y="2592070"/>
                  </a:lnTo>
                  <a:lnTo>
                    <a:pt x="0" y="2592070"/>
                  </a:lnTo>
                  <a:lnTo>
                    <a:pt x="0" y="3757930"/>
                  </a:lnTo>
                  <a:lnTo>
                    <a:pt x="129540" y="3757930"/>
                  </a:lnTo>
                  <a:lnTo>
                    <a:pt x="129540" y="4146550"/>
                  </a:lnTo>
                  <a:lnTo>
                    <a:pt x="259080" y="4146550"/>
                  </a:lnTo>
                  <a:lnTo>
                    <a:pt x="259080" y="4405630"/>
                  </a:lnTo>
                  <a:lnTo>
                    <a:pt x="388620" y="4405630"/>
                  </a:lnTo>
                  <a:lnTo>
                    <a:pt x="388620" y="4664710"/>
                  </a:lnTo>
                  <a:lnTo>
                    <a:pt x="518160" y="4664710"/>
                  </a:lnTo>
                  <a:lnTo>
                    <a:pt x="518160" y="4925060"/>
                  </a:lnTo>
                  <a:lnTo>
                    <a:pt x="647700" y="4925060"/>
                  </a:lnTo>
                  <a:lnTo>
                    <a:pt x="647700" y="5054600"/>
                  </a:lnTo>
                  <a:lnTo>
                    <a:pt x="777240" y="5054600"/>
                  </a:lnTo>
                  <a:lnTo>
                    <a:pt x="777240" y="5184140"/>
                  </a:lnTo>
                  <a:lnTo>
                    <a:pt x="906780" y="5184140"/>
                  </a:lnTo>
                  <a:lnTo>
                    <a:pt x="906780" y="5313680"/>
                  </a:lnTo>
                  <a:lnTo>
                    <a:pt x="1036320" y="5313680"/>
                  </a:lnTo>
                  <a:lnTo>
                    <a:pt x="1036320" y="5443220"/>
                  </a:lnTo>
                  <a:lnTo>
                    <a:pt x="1165860" y="5443220"/>
                  </a:lnTo>
                  <a:lnTo>
                    <a:pt x="1165860" y="5572760"/>
                  </a:lnTo>
                  <a:lnTo>
                    <a:pt x="1295400" y="5572760"/>
                  </a:lnTo>
                  <a:lnTo>
                    <a:pt x="1295400" y="5702300"/>
                  </a:lnTo>
                  <a:lnTo>
                    <a:pt x="1424940" y="5702300"/>
                  </a:lnTo>
                  <a:lnTo>
                    <a:pt x="1424940" y="5831840"/>
                  </a:lnTo>
                  <a:lnTo>
                    <a:pt x="1685290" y="5831840"/>
                  </a:lnTo>
                  <a:lnTo>
                    <a:pt x="1685290" y="5961380"/>
                  </a:lnTo>
                  <a:lnTo>
                    <a:pt x="1944370" y="5961380"/>
                  </a:lnTo>
                  <a:lnTo>
                    <a:pt x="1944370" y="6090920"/>
                  </a:lnTo>
                  <a:lnTo>
                    <a:pt x="2203450" y="6090920"/>
                  </a:lnTo>
                  <a:lnTo>
                    <a:pt x="2203450" y="6220460"/>
                  </a:lnTo>
                  <a:lnTo>
                    <a:pt x="2592070" y="6220460"/>
                  </a:lnTo>
                  <a:lnTo>
                    <a:pt x="2592070" y="6350000"/>
                  </a:lnTo>
                  <a:lnTo>
                    <a:pt x="3628390" y="6350000"/>
                  </a:lnTo>
                  <a:lnTo>
                    <a:pt x="3628390" y="6220460"/>
                  </a:lnTo>
                  <a:lnTo>
                    <a:pt x="4017010" y="6220460"/>
                  </a:lnTo>
                  <a:lnTo>
                    <a:pt x="4017010" y="6090920"/>
                  </a:lnTo>
                  <a:lnTo>
                    <a:pt x="4276090" y="6090920"/>
                  </a:lnTo>
                  <a:lnTo>
                    <a:pt x="4276090" y="5961380"/>
                  </a:lnTo>
                  <a:lnTo>
                    <a:pt x="4535170" y="5961380"/>
                  </a:lnTo>
                  <a:lnTo>
                    <a:pt x="4535170" y="5831840"/>
                  </a:lnTo>
                  <a:lnTo>
                    <a:pt x="4795520" y="5831840"/>
                  </a:lnTo>
                  <a:lnTo>
                    <a:pt x="4795520" y="5702300"/>
                  </a:lnTo>
                  <a:lnTo>
                    <a:pt x="4925060" y="5702300"/>
                  </a:lnTo>
                  <a:lnTo>
                    <a:pt x="4925060" y="5572760"/>
                  </a:lnTo>
                  <a:lnTo>
                    <a:pt x="5054600" y="5572760"/>
                  </a:lnTo>
                  <a:lnTo>
                    <a:pt x="5054600" y="5443220"/>
                  </a:lnTo>
                  <a:lnTo>
                    <a:pt x="5184140" y="5443220"/>
                  </a:lnTo>
                  <a:lnTo>
                    <a:pt x="5184140" y="5313680"/>
                  </a:lnTo>
                  <a:lnTo>
                    <a:pt x="5313680" y="5313680"/>
                  </a:lnTo>
                  <a:lnTo>
                    <a:pt x="5313680" y="5184140"/>
                  </a:lnTo>
                  <a:lnTo>
                    <a:pt x="5443220" y="5184140"/>
                  </a:lnTo>
                  <a:lnTo>
                    <a:pt x="5443220" y="5054600"/>
                  </a:lnTo>
                  <a:lnTo>
                    <a:pt x="5572760" y="5054600"/>
                  </a:lnTo>
                  <a:lnTo>
                    <a:pt x="5572760" y="4925060"/>
                  </a:lnTo>
                  <a:lnTo>
                    <a:pt x="5702300" y="4925060"/>
                  </a:lnTo>
                  <a:lnTo>
                    <a:pt x="5702300" y="4664710"/>
                  </a:lnTo>
                  <a:lnTo>
                    <a:pt x="5831840" y="4664710"/>
                  </a:lnTo>
                  <a:lnTo>
                    <a:pt x="5831840" y="4405630"/>
                  </a:lnTo>
                  <a:lnTo>
                    <a:pt x="5961380" y="4405630"/>
                  </a:lnTo>
                  <a:lnTo>
                    <a:pt x="5961380" y="4146550"/>
                  </a:lnTo>
                  <a:lnTo>
                    <a:pt x="6090920" y="4146550"/>
                  </a:lnTo>
                  <a:lnTo>
                    <a:pt x="6090920" y="3757930"/>
                  </a:lnTo>
                  <a:lnTo>
                    <a:pt x="6220460" y="3757930"/>
                  </a:lnTo>
                  <a:lnTo>
                    <a:pt x="6220460" y="2592070"/>
                  </a:lnTo>
                  <a:close/>
                </a:path>
              </a:pathLst>
            </a:custGeom>
            <a:blipFill>
              <a:blip r:embed="rId14"/>
              <a:stretch>
                <a:fillRect l="0" t="-4922" r="0" b="-4922"/>
              </a:stretch>
            </a:blipFill>
            <a:ln w="38100" cap="sq">
              <a:solidFill>
                <a:srgbClr val="2E1B5B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378910" y="4557333"/>
            <a:ext cx="5646453" cy="144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  <a:spcBef>
                <a:spcPct val="0"/>
              </a:spcBef>
            </a:pPr>
            <a:r>
              <a:rPr lang="en-US" sz="4900">
                <a:solidFill>
                  <a:srgbClr val="2E1B5B"/>
                </a:solidFill>
                <a:latin typeface="Brick Sans"/>
                <a:ea typeface="Brick Sans"/>
                <a:cs typeface="Brick Sans"/>
                <a:sym typeface="Brick Sans"/>
              </a:rPr>
              <a:t>INTEGRANTES DEL PROYECTO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44797" y="6679176"/>
            <a:ext cx="2274885" cy="2322259"/>
            <a:chOff x="0" y="0"/>
            <a:chExt cx="622046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204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20460">
                  <a:moveTo>
                    <a:pt x="6090920" y="2592070"/>
                  </a:moveTo>
                  <a:lnTo>
                    <a:pt x="6090920" y="2203450"/>
                  </a:lnTo>
                  <a:lnTo>
                    <a:pt x="5961380" y="2203450"/>
                  </a:lnTo>
                  <a:lnTo>
                    <a:pt x="5961380" y="1944370"/>
                  </a:lnTo>
                  <a:lnTo>
                    <a:pt x="5831840" y="1944370"/>
                  </a:lnTo>
                  <a:lnTo>
                    <a:pt x="5831840" y="1685290"/>
                  </a:lnTo>
                  <a:lnTo>
                    <a:pt x="5702300" y="1685290"/>
                  </a:lnTo>
                  <a:lnTo>
                    <a:pt x="5702300" y="1424940"/>
                  </a:lnTo>
                  <a:lnTo>
                    <a:pt x="5572760" y="1424940"/>
                  </a:lnTo>
                  <a:lnTo>
                    <a:pt x="5572760" y="1295400"/>
                  </a:lnTo>
                  <a:lnTo>
                    <a:pt x="5443220" y="1295400"/>
                  </a:lnTo>
                  <a:lnTo>
                    <a:pt x="5443220" y="1165860"/>
                  </a:lnTo>
                  <a:lnTo>
                    <a:pt x="5313680" y="1165860"/>
                  </a:lnTo>
                  <a:lnTo>
                    <a:pt x="5313680" y="1036320"/>
                  </a:lnTo>
                  <a:lnTo>
                    <a:pt x="5184140" y="1036320"/>
                  </a:lnTo>
                  <a:lnTo>
                    <a:pt x="5184140" y="906780"/>
                  </a:lnTo>
                  <a:lnTo>
                    <a:pt x="5054600" y="906780"/>
                  </a:lnTo>
                  <a:lnTo>
                    <a:pt x="5054600" y="777240"/>
                  </a:lnTo>
                  <a:lnTo>
                    <a:pt x="4925060" y="777240"/>
                  </a:lnTo>
                  <a:lnTo>
                    <a:pt x="4925060" y="647700"/>
                  </a:lnTo>
                  <a:lnTo>
                    <a:pt x="4795520" y="647700"/>
                  </a:lnTo>
                  <a:lnTo>
                    <a:pt x="4795520" y="518160"/>
                  </a:lnTo>
                  <a:lnTo>
                    <a:pt x="4535170" y="518160"/>
                  </a:lnTo>
                  <a:lnTo>
                    <a:pt x="4535170" y="388620"/>
                  </a:lnTo>
                  <a:lnTo>
                    <a:pt x="4276090" y="388620"/>
                  </a:lnTo>
                  <a:lnTo>
                    <a:pt x="4276090" y="259080"/>
                  </a:lnTo>
                  <a:lnTo>
                    <a:pt x="4017010" y="259080"/>
                  </a:lnTo>
                  <a:lnTo>
                    <a:pt x="4017010" y="129540"/>
                  </a:lnTo>
                  <a:lnTo>
                    <a:pt x="3628390" y="129540"/>
                  </a:lnTo>
                  <a:lnTo>
                    <a:pt x="3628390" y="0"/>
                  </a:lnTo>
                  <a:lnTo>
                    <a:pt x="2592070" y="0"/>
                  </a:lnTo>
                  <a:lnTo>
                    <a:pt x="2592070" y="129540"/>
                  </a:lnTo>
                  <a:lnTo>
                    <a:pt x="2203450" y="129540"/>
                  </a:lnTo>
                  <a:lnTo>
                    <a:pt x="2203450" y="259080"/>
                  </a:lnTo>
                  <a:lnTo>
                    <a:pt x="1944370" y="259080"/>
                  </a:lnTo>
                  <a:lnTo>
                    <a:pt x="1944370" y="388620"/>
                  </a:lnTo>
                  <a:lnTo>
                    <a:pt x="1685290" y="388620"/>
                  </a:lnTo>
                  <a:lnTo>
                    <a:pt x="1685290" y="518160"/>
                  </a:lnTo>
                  <a:lnTo>
                    <a:pt x="1424940" y="518160"/>
                  </a:lnTo>
                  <a:lnTo>
                    <a:pt x="1424940" y="647700"/>
                  </a:lnTo>
                  <a:lnTo>
                    <a:pt x="1295400" y="647700"/>
                  </a:lnTo>
                  <a:lnTo>
                    <a:pt x="1295400" y="777240"/>
                  </a:lnTo>
                  <a:lnTo>
                    <a:pt x="1165860" y="777240"/>
                  </a:lnTo>
                  <a:lnTo>
                    <a:pt x="1165860" y="906780"/>
                  </a:lnTo>
                  <a:lnTo>
                    <a:pt x="1036320" y="906780"/>
                  </a:lnTo>
                  <a:lnTo>
                    <a:pt x="1036320" y="1036320"/>
                  </a:lnTo>
                  <a:lnTo>
                    <a:pt x="906780" y="1036320"/>
                  </a:lnTo>
                  <a:lnTo>
                    <a:pt x="906780" y="1165860"/>
                  </a:lnTo>
                  <a:lnTo>
                    <a:pt x="777240" y="1165860"/>
                  </a:lnTo>
                  <a:lnTo>
                    <a:pt x="777240" y="1295400"/>
                  </a:lnTo>
                  <a:lnTo>
                    <a:pt x="647700" y="1295400"/>
                  </a:lnTo>
                  <a:lnTo>
                    <a:pt x="647700" y="1424940"/>
                  </a:lnTo>
                  <a:lnTo>
                    <a:pt x="518160" y="1424940"/>
                  </a:lnTo>
                  <a:lnTo>
                    <a:pt x="518160" y="1685290"/>
                  </a:lnTo>
                  <a:lnTo>
                    <a:pt x="388620" y="1685290"/>
                  </a:lnTo>
                  <a:lnTo>
                    <a:pt x="388620" y="1944370"/>
                  </a:lnTo>
                  <a:lnTo>
                    <a:pt x="259080" y="1944370"/>
                  </a:lnTo>
                  <a:lnTo>
                    <a:pt x="259080" y="2203450"/>
                  </a:lnTo>
                  <a:lnTo>
                    <a:pt x="129540" y="2203450"/>
                  </a:lnTo>
                  <a:lnTo>
                    <a:pt x="129540" y="2592070"/>
                  </a:lnTo>
                  <a:lnTo>
                    <a:pt x="0" y="2592070"/>
                  </a:lnTo>
                  <a:lnTo>
                    <a:pt x="0" y="3757930"/>
                  </a:lnTo>
                  <a:lnTo>
                    <a:pt x="129540" y="3757930"/>
                  </a:lnTo>
                  <a:lnTo>
                    <a:pt x="129540" y="4146550"/>
                  </a:lnTo>
                  <a:lnTo>
                    <a:pt x="259080" y="4146550"/>
                  </a:lnTo>
                  <a:lnTo>
                    <a:pt x="259080" y="4405630"/>
                  </a:lnTo>
                  <a:lnTo>
                    <a:pt x="388620" y="4405630"/>
                  </a:lnTo>
                  <a:lnTo>
                    <a:pt x="388620" y="4664710"/>
                  </a:lnTo>
                  <a:lnTo>
                    <a:pt x="518160" y="4664710"/>
                  </a:lnTo>
                  <a:lnTo>
                    <a:pt x="518160" y="4925060"/>
                  </a:lnTo>
                  <a:lnTo>
                    <a:pt x="647700" y="4925060"/>
                  </a:lnTo>
                  <a:lnTo>
                    <a:pt x="647700" y="5054600"/>
                  </a:lnTo>
                  <a:lnTo>
                    <a:pt x="777240" y="5054600"/>
                  </a:lnTo>
                  <a:lnTo>
                    <a:pt x="777240" y="5184140"/>
                  </a:lnTo>
                  <a:lnTo>
                    <a:pt x="906780" y="5184140"/>
                  </a:lnTo>
                  <a:lnTo>
                    <a:pt x="906780" y="5313680"/>
                  </a:lnTo>
                  <a:lnTo>
                    <a:pt x="1036320" y="5313680"/>
                  </a:lnTo>
                  <a:lnTo>
                    <a:pt x="1036320" y="5443220"/>
                  </a:lnTo>
                  <a:lnTo>
                    <a:pt x="1165860" y="5443220"/>
                  </a:lnTo>
                  <a:lnTo>
                    <a:pt x="1165860" y="5572760"/>
                  </a:lnTo>
                  <a:lnTo>
                    <a:pt x="1295400" y="5572760"/>
                  </a:lnTo>
                  <a:lnTo>
                    <a:pt x="1295400" y="5702300"/>
                  </a:lnTo>
                  <a:lnTo>
                    <a:pt x="1424940" y="5702300"/>
                  </a:lnTo>
                  <a:lnTo>
                    <a:pt x="1424940" y="5831840"/>
                  </a:lnTo>
                  <a:lnTo>
                    <a:pt x="1685290" y="5831840"/>
                  </a:lnTo>
                  <a:lnTo>
                    <a:pt x="1685290" y="5961380"/>
                  </a:lnTo>
                  <a:lnTo>
                    <a:pt x="1944370" y="5961380"/>
                  </a:lnTo>
                  <a:lnTo>
                    <a:pt x="1944370" y="6090920"/>
                  </a:lnTo>
                  <a:lnTo>
                    <a:pt x="2203450" y="6090920"/>
                  </a:lnTo>
                  <a:lnTo>
                    <a:pt x="2203450" y="6220460"/>
                  </a:lnTo>
                  <a:lnTo>
                    <a:pt x="2592070" y="6220460"/>
                  </a:lnTo>
                  <a:lnTo>
                    <a:pt x="2592070" y="6350000"/>
                  </a:lnTo>
                  <a:lnTo>
                    <a:pt x="3628390" y="6350000"/>
                  </a:lnTo>
                  <a:lnTo>
                    <a:pt x="3628390" y="6220460"/>
                  </a:lnTo>
                  <a:lnTo>
                    <a:pt x="4017010" y="6220460"/>
                  </a:lnTo>
                  <a:lnTo>
                    <a:pt x="4017010" y="6090920"/>
                  </a:lnTo>
                  <a:lnTo>
                    <a:pt x="4276090" y="6090920"/>
                  </a:lnTo>
                  <a:lnTo>
                    <a:pt x="4276090" y="5961380"/>
                  </a:lnTo>
                  <a:lnTo>
                    <a:pt x="4535170" y="5961380"/>
                  </a:lnTo>
                  <a:lnTo>
                    <a:pt x="4535170" y="5831840"/>
                  </a:lnTo>
                  <a:lnTo>
                    <a:pt x="4795520" y="5831840"/>
                  </a:lnTo>
                  <a:lnTo>
                    <a:pt x="4795520" y="5702300"/>
                  </a:lnTo>
                  <a:lnTo>
                    <a:pt x="4925060" y="5702300"/>
                  </a:lnTo>
                  <a:lnTo>
                    <a:pt x="4925060" y="5572760"/>
                  </a:lnTo>
                  <a:lnTo>
                    <a:pt x="5054600" y="5572760"/>
                  </a:lnTo>
                  <a:lnTo>
                    <a:pt x="5054600" y="5443220"/>
                  </a:lnTo>
                  <a:lnTo>
                    <a:pt x="5184140" y="5443220"/>
                  </a:lnTo>
                  <a:lnTo>
                    <a:pt x="5184140" y="5313680"/>
                  </a:lnTo>
                  <a:lnTo>
                    <a:pt x="5313680" y="5313680"/>
                  </a:lnTo>
                  <a:lnTo>
                    <a:pt x="5313680" y="5184140"/>
                  </a:lnTo>
                  <a:lnTo>
                    <a:pt x="5443220" y="5184140"/>
                  </a:lnTo>
                  <a:lnTo>
                    <a:pt x="5443220" y="5054600"/>
                  </a:lnTo>
                  <a:lnTo>
                    <a:pt x="5572760" y="5054600"/>
                  </a:lnTo>
                  <a:lnTo>
                    <a:pt x="5572760" y="4925060"/>
                  </a:lnTo>
                  <a:lnTo>
                    <a:pt x="5702300" y="4925060"/>
                  </a:lnTo>
                  <a:lnTo>
                    <a:pt x="5702300" y="4664710"/>
                  </a:lnTo>
                  <a:lnTo>
                    <a:pt x="5831840" y="4664710"/>
                  </a:lnTo>
                  <a:lnTo>
                    <a:pt x="5831840" y="4405630"/>
                  </a:lnTo>
                  <a:lnTo>
                    <a:pt x="5961380" y="4405630"/>
                  </a:lnTo>
                  <a:lnTo>
                    <a:pt x="5961380" y="4146550"/>
                  </a:lnTo>
                  <a:lnTo>
                    <a:pt x="6090920" y="4146550"/>
                  </a:lnTo>
                  <a:lnTo>
                    <a:pt x="6090920" y="3757930"/>
                  </a:lnTo>
                  <a:lnTo>
                    <a:pt x="6220460" y="3757930"/>
                  </a:lnTo>
                  <a:lnTo>
                    <a:pt x="6220460" y="2592070"/>
                  </a:lnTo>
                  <a:close/>
                </a:path>
              </a:pathLst>
            </a:custGeom>
            <a:blipFill>
              <a:blip r:embed="rId15"/>
              <a:stretch>
                <a:fillRect l="0" t="-15306" r="0" b="-15306"/>
              </a:stretch>
            </a:blipFill>
            <a:ln w="38100" cap="sq">
              <a:solidFill>
                <a:srgbClr val="2E1B5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544797" y="4204831"/>
            <a:ext cx="2255915" cy="2302894"/>
            <a:chOff x="0" y="0"/>
            <a:chExt cx="622046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204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20460">
                  <a:moveTo>
                    <a:pt x="6090920" y="2592070"/>
                  </a:moveTo>
                  <a:lnTo>
                    <a:pt x="6090920" y="2203450"/>
                  </a:lnTo>
                  <a:lnTo>
                    <a:pt x="5961380" y="2203450"/>
                  </a:lnTo>
                  <a:lnTo>
                    <a:pt x="5961380" y="1944370"/>
                  </a:lnTo>
                  <a:lnTo>
                    <a:pt x="5831840" y="1944370"/>
                  </a:lnTo>
                  <a:lnTo>
                    <a:pt x="5831840" y="1685290"/>
                  </a:lnTo>
                  <a:lnTo>
                    <a:pt x="5702300" y="1685290"/>
                  </a:lnTo>
                  <a:lnTo>
                    <a:pt x="5702300" y="1424940"/>
                  </a:lnTo>
                  <a:lnTo>
                    <a:pt x="5572760" y="1424940"/>
                  </a:lnTo>
                  <a:lnTo>
                    <a:pt x="5572760" y="1295400"/>
                  </a:lnTo>
                  <a:lnTo>
                    <a:pt x="5443220" y="1295400"/>
                  </a:lnTo>
                  <a:lnTo>
                    <a:pt x="5443220" y="1165860"/>
                  </a:lnTo>
                  <a:lnTo>
                    <a:pt x="5313680" y="1165860"/>
                  </a:lnTo>
                  <a:lnTo>
                    <a:pt x="5313680" y="1036320"/>
                  </a:lnTo>
                  <a:lnTo>
                    <a:pt x="5184140" y="1036320"/>
                  </a:lnTo>
                  <a:lnTo>
                    <a:pt x="5184140" y="906780"/>
                  </a:lnTo>
                  <a:lnTo>
                    <a:pt x="5054600" y="906780"/>
                  </a:lnTo>
                  <a:lnTo>
                    <a:pt x="5054600" y="777240"/>
                  </a:lnTo>
                  <a:lnTo>
                    <a:pt x="4925060" y="777240"/>
                  </a:lnTo>
                  <a:lnTo>
                    <a:pt x="4925060" y="647700"/>
                  </a:lnTo>
                  <a:lnTo>
                    <a:pt x="4795520" y="647700"/>
                  </a:lnTo>
                  <a:lnTo>
                    <a:pt x="4795520" y="518160"/>
                  </a:lnTo>
                  <a:lnTo>
                    <a:pt x="4535170" y="518160"/>
                  </a:lnTo>
                  <a:lnTo>
                    <a:pt x="4535170" y="388620"/>
                  </a:lnTo>
                  <a:lnTo>
                    <a:pt x="4276090" y="388620"/>
                  </a:lnTo>
                  <a:lnTo>
                    <a:pt x="4276090" y="259080"/>
                  </a:lnTo>
                  <a:lnTo>
                    <a:pt x="4017010" y="259080"/>
                  </a:lnTo>
                  <a:lnTo>
                    <a:pt x="4017010" y="129540"/>
                  </a:lnTo>
                  <a:lnTo>
                    <a:pt x="3628390" y="129540"/>
                  </a:lnTo>
                  <a:lnTo>
                    <a:pt x="3628390" y="0"/>
                  </a:lnTo>
                  <a:lnTo>
                    <a:pt x="2592070" y="0"/>
                  </a:lnTo>
                  <a:lnTo>
                    <a:pt x="2592070" y="129540"/>
                  </a:lnTo>
                  <a:lnTo>
                    <a:pt x="2203450" y="129540"/>
                  </a:lnTo>
                  <a:lnTo>
                    <a:pt x="2203450" y="259080"/>
                  </a:lnTo>
                  <a:lnTo>
                    <a:pt x="1944370" y="259080"/>
                  </a:lnTo>
                  <a:lnTo>
                    <a:pt x="1944370" y="388620"/>
                  </a:lnTo>
                  <a:lnTo>
                    <a:pt x="1685290" y="388620"/>
                  </a:lnTo>
                  <a:lnTo>
                    <a:pt x="1685290" y="518160"/>
                  </a:lnTo>
                  <a:lnTo>
                    <a:pt x="1424940" y="518160"/>
                  </a:lnTo>
                  <a:lnTo>
                    <a:pt x="1424940" y="647700"/>
                  </a:lnTo>
                  <a:lnTo>
                    <a:pt x="1295400" y="647700"/>
                  </a:lnTo>
                  <a:lnTo>
                    <a:pt x="1295400" y="777240"/>
                  </a:lnTo>
                  <a:lnTo>
                    <a:pt x="1165860" y="777240"/>
                  </a:lnTo>
                  <a:lnTo>
                    <a:pt x="1165860" y="906780"/>
                  </a:lnTo>
                  <a:lnTo>
                    <a:pt x="1036320" y="906780"/>
                  </a:lnTo>
                  <a:lnTo>
                    <a:pt x="1036320" y="1036320"/>
                  </a:lnTo>
                  <a:lnTo>
                    <a:pt x="906780" y="1036320"/>
                  </a:lnTo>
                  <a:lnTo>
                    <a:pt x="906780" y="1165860"/>
                  </a:lnTo>
                  <a:lnTo>
                    <a:pt x="777240" y="1165860"/>
                  </a:lnTo>
                  <a:lnTo>
                    <a:pt x="777240" y="1295400"/>
                  </a:lnTo>
                  <a:lnTo>
                    <a:pt x="647700" y="1295400"/>
                  </a:lnTo>
                  <a:lnTo>
                    <a:pt x="647700" y="1424940"/>
                  </a:lnTo>
                  <a:lnTo>
                    <a:pt x="518160" y="1424940"/>
                  </a:lnTo>
                  <a:lnTo>
                    <a:pt x="518160" y="1685290"/>
                  </a:lnTo>
                  <a:lnTo>
                    <a:pt x="388620" y="1685290"/>
                  </a:lnTo>
                  <a:lnTo>
                    <a:pt x="388620" y="1944370"/>
                  </a:lnTo>
                  <a:lnTo>
                    <a:pt x="259080" y="1944370"/>
                  </a:lnTo>
                  <a:lnTo>
                    <a:pt x="259080" y="2203450"/>
                  </a:lnTo>
                  <a:lnTo>
                    <a:pt x="129540" y="2203450"/>
                  </a:lnTo>
                  <a:lnTo>
                    <a:pt x="129540" y="2592070"/>
                  </a:lnTo>
                  <a:lnTo>
                    <a:pt x="0" y="2592070"/>
                  </a:lnTo>
                  <a:lnTo>
                    <a:pt x="0" y="3757930"/>
                  </a:lnTo>
                  <a:lnTo>
                    <a:pt x="129540" y="3757930"/>
                  </a:lnTo>
                  <a:lnTo>
                    <a:pt x="129540" y="4146550"/>
                  </a:lnTo>
                  <a:lnTo>
                    <a:pt x="259080" y="4146550"/>
                  </a:lnTo>
                  <a:lnTo>
                    <a:pt x="259080" y="4405630"/>
                  </a:lnTo>
                  <a:lnTo>
                    <a:pt x="388620" y="4405630"/>
                  </a:lnTo>
                  <a:lnTo>
                    <a:pt x="388620" y="4664710"/>
                  </a:lnTo>
                  <a:lnTo>
                    <a:pt x="518160" y="4664710"/>
                  </a:lnTo>
                  <a:lnTo>
                    <a:pt x="518160" y="4925060"/>
                  </a:lnTo>
                  <a:lnTo>
                    <a:pt x="647700" y="4925060"/>
                  </a:lnTo>
                  <a:lnTo>
                    <a:pt x="647700" y="5054600"/>
                  </a:lnTo>
                  <a:lnTo>
                    <a:pt x="777240" y="5054600"/>
                  </a:lnTo>
                  <a:lnTo>
                    <a:pt x="777240" y="5184140"/>
                  </a:lnTo>
                  <a:lnTo>
                    <a:pt x="906780" y="5184140"/>
                  </a:lnTo>
                  <a:lnTo>
                    <a:pt x="906780" y="5313680"/>
                  </a:lnTo>
                  <a:lnTo>
                    <a:pt x="1036320" y="5313680"/>
                  </a:lnTo>
                  <a:lnTo>
                    <a:pt x="1036320" y="5443220"/>
                  </a:lnTo>
                  <a:lnTo>
                    <a:pt x="1165860" y="5443220"/>
                  </a:lnTo>
                  <a:lnTo>
                    <a:pt x="1165860" y="5572760"/>
                  </a:lnTo>
                  <a:lnTo>
                    <a:pt x="1295400" y="5572760"/>
                  </a:lnTo>
                  <a:lnTo>
                    <a:pt x="1295400" y="5702300"/>
                  </a:lnTo>
                  <a:lnTo>
                    <a:pt x="1424940" y="5702300"/>
                  </a:lnTo>
                  <a:lnTo>
                    <a:pt x="1424940" y="5831840"/>
                  </a:lnTo>
                  <a:lnTo>
                    <a:pt x="1685290" y="5831840"/>
                  </a:lnTo>
                  <a:lnTo>
                    <a:pt x="1685290" y="5961380"/>
                  </a:lnTo>
                  <a:lnTo>
                    <a:pt x="1944370" y="5961380"/>
                  </a:lnTo>
                  <a:lnTo>
                    <a:pt x="1944370" y="6090920"/>
                  </a:lnTo>
                  <a:lnTo>
                    <a:pt x="2203450" y="6090920"/>
                  </a:lnTo>
                  <a:lnTo>
                    <a:pt x="2203450" y="6220460"/>
                  </a:lnTo>
                  <a:lnTo>
                    <a:pt x="2592070" y="6220460"/>
                  </a:lnTo>
                  <a:lnTo>
                    <a:pt x="2592070" y="6350000"/>
                  </a:lnTo>
                  <a:lnTo>
                    <a:pt x="3628390" y="6350000"/>
                  </a:lnTo>
                  <a:lnTo>
                    <a:pt x="3628390" y="6220460"/>
                  </a:lnTo>
                  <a:lnTo>
                    <a:pt x="4017010" y="6220460"/>
                  </a:lnTo>
                  <a:lnTo>
                    <a:pt x="4017010" y="6090920"/>
                  </a:lnTo>
                  <a:lnTo>
                    <a:pt x="4276090" y="6090920"/>
                  </a:lnTo>
                  <a:lnTo>
                    <a:pt x="4276090" y="5961380"/>
                  </a:lnTo>
                  <a:lnTo>
                    <a:pt x="4535170" y="5961380"/>
                  </a:lnTo>
                  <a:lnTo>
                    <a:pt x="4535170" y="5831840"/>
                  </a:lnTo>
                  <a:lnTo>
                    <a:pt x="4795520" y="5831840"/>
                  </a:lnTo>
                  <a:lnTo>
                    <a:pt x="4795520" y="5702300"/>
                  </a:lnTo>
                  <a:lnTo>
                    <a:pt x="4925060" y="5702300"/>
                  </a:lnTo>
                  <a:lnTo>
                    <a:pt x="4925060" y="5572760"/>
                  </a:lnTo>
                  <a:lnTo>
                    <a:pt x="5054600" y="5572760"/>
                  </a:lnTo>
                  <a:lnTo>
                    <a:pt x="5054600" y="5443220"/>
                  </a:lnTo>
                  <a:lnTo>
                    <a:pt x="5184140" y="5443220"/>
                  </a:lnTo>
                  <a:lnTo>
                    <a:pt x="5184140" y="5313680"/>
                  </a:lnTo>
                  <a:lnTo>
                    <a:pt x="5313680" y="5313680"/>
                  </a:lnTo>
                  <a:lnTo>
                    <a:pt x="5313680" y="5184140"/>
                  </a:lnTo>
                  <a:lnTo>
                    <a:pt x="5443220" y="5184140"/>
                  </a:lnTo>
                  <a:lnTo>
                    <a:pt x="5443220" y="5054600"/>
                  </a:lnTo>
                  <a:lnTo>
                    <a:pt x="5572760" y="5054600"/>
                  </a:lnTo>
                  <a:lnTo>
                    <a:pt x="5572760" y="4925060"/>
                  </a:lnTo>
                  <a:lnTo>
                    <a:pt x="5702300" y="4925060"/>
                  </a:lnTo>
                  <a:lnTo>
                    <a:pt x="5702300" y="4664710"/>
                  </a:lnTo>
                  <a:lnTo>
                    <a:pt x="5831840" y="4664710"/>
                  </a:lnTo>
                  <a:lnTo>
                    <a:pt x="5831840" y="4405630"/>
                  </a:lnTo>
                  <a:lnTo>
                    <a:pt x="5961380" y="4405630"/>
                  </a:lnTo>
                  <a:lnTo>
                    <a:pt x="5961380" y="4146550"/>
                  </a:lnTo>
                  <a:lnTo>
                    <a:pt x="6090920" y="4146550"/>
                  </a:lnTo>
                  <a:lnTo>
                    <a:pt x="6090920" y="3757930"/>
                  </a:lnTo>
                  <a:lnTo>
                    <a:pt x="6220460" y="3757930"/>
                  </a:lnTo>
                  <a:lnTo>
                    <a:pt x="6220460" y="2592070"/>
                  </a:lnTo>
                  <a:close/>
                </a:path>
              </a:pathLst>
            </a:custGeom>
            <a:blipFill>
              <a:blip r:embed="rId16"/>
              <a:stretch>
                <a:fillRect l="0" t="-15306" r="0" b="-15306"/>
              </a:stretch>
            </a:blipFill>
            <a:ln w="38100" cap="sq">
              <a:solidFill>
                <a:srgbClr val="2E1B5B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134087" y="2092271"/>
            <a:ext cx="5534351" cy="154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948">
                <a:solidFill>
                  <a:srgbClr val="020049"/>
                </a:solidFill>
                <a:latin typeface="Retropix"/>
                <a:ea typeface="Retropix"/>
                <a:cs typeface="Retropix"/>
                <a:sym typeface="Retropix"/>
              </a:rPr>
              <a:t>Javiera Bustamante</a:t>
            </a:r>
          </a:p>
          <a:p>
            <a:pPr algn="l" marL="602925" indent="-200975" lvl="2">
              <a:lnSpc>
                <a:spcPts val="3598"/>
              </a:lnSpc>
              <a:buFont typeface="Arial"/>
              <a:buChar char="⚬"/>
            </a:pPr>
            <a:r>
              <a:rPr lang="en-US" sz="3331">
                <a:solidFill>
                  <a:srgbClr val="020049"/>
                </a:solidFill>
                <a:latin typeface="SuperDario"/>
                <a:ea typeface="SuperDario"/>
                <a:cs typeface="SuperDario"/>
                <a:sym typeface="SuperDario"/>
              </a:rPr>
              <a:t>Developer</a:t>
            </a:r>
          </a:p>
          <a:p>
            <a:pPr algn="l" marL="602925" indent="-200975" lvl="2">
              <a:lnSpc>
                <a:spcPts val="3598"/>
              </a:lnSpc>
              <a:buFont typeface="Arial"/>
              <a:buChar char="⚬"/>
            </a:pPr>
            <a:r>
              <a:rPr lang="en-US" sz="3331">
                <a:solidFill>
                  <a:srgbClr val="020049"/>
                </a:solidFill>
                <a:latin typeface="SuperDario"/>
                <a:ea typeface="SuperDario"/>
                <a:cs typeface="SuperDario"/>
                <a:sym typeface="SuperDario"/>
              </a:rPr>
              <a:t>FRONTEND - DISEÑO - BACKEND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34087" y="7033024"/>
            <a:ext cx="5815998" cy="158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4071">
                <a:solidFill>
                  <a:srgbClr val="020049"/>
                </a:solidFill>
                <a:latin typeface="Retropix"/>
                <a:ea typeface="Retropix"/>
                <a:cs typeface="Retropix"/>
                <a:sym typeface="Retropix"/>
              </a:rPr>
              <a:t>Franco Constanzo</a:t>
            </a:r>
          </a:p>
          <a:p>
            <a:pPr algn="l" marL="621639" indent="-207213" lvl="2">
              <a:lnSpc>
                <a:spcPts val="3709"/>
              </a:lnSpc>
              <a:buFont typeface="Arial"/>
              <a:buChar char="⚬"/>
            </a:pPr>
            <a:r>
              <a:rPr lang="en-US" sz="3434">
                <a:solidFill>
                  <a:srgbClr val="020049"/>
                </a:solidFill>
                <a:latin typeface="SuperDario"/>
                <a:ea typeface="SuperDario"/>
                <a:cs typeface="SuperDario"/>
                <a:sym typeface="SuperDario"/>
              </a:rPr>
              <a:t>Developer</a:t>
            </a:r>
          </a:p>
          <a:p>
            <a:pPr algn="l" marL="621639" indent="-207213" lvl="2">
              <a:lnSpc>
                <a:spcPts val="3709"/>
              </a:lnSpc>
              <a:buFont typeface="Arial"/>
              <a:buChar char="⚬"/>
            </a:pPr>
            <a:r>
              <a:rPr lang="en-US" sz="3434">
                <a:solidFill>
                  <a:srgbClr val="020049"/>
                </a:solidFill>
                <a:latin typeface="SuperDario"/>
                <a:ea typeface="SuperDario"/>
                <a:cs typeface="SuperDario"/>
                <a:sym typeface="SuperDario"/>
              </a:rPr>
              <a:t>Frontend - Backend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39442" y="4533571"/>
            <a:ext cx="5723641" cy="159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083">
                <a:solidFill>
                  <a:srgbClr val="020049"/>
                </a:solidFill>
                <a:latin typeface="Retropix"/>
                <a:ea typeface="Retropix"/>
                <a:cs typeface="Retropix"/>
                <a:sym typeface="Retropix"/>
              </a:rPr>
              <a:t>Fernanda Marín</a:t>
            </a:r>
          </a:p>
          <a:p>
            <a:pPr algn="l" marL="623547" indent="-207849" lvl="2">
              <a:lnSpc>
                <a:spcPts val="3721"/>
              </a:lnSpc>
              <a:buFont typeface="Arial"/>
              <a:buChar char="⚬"/>
            </a:pPr>
            <a:r>
              <a:rPr lang="en-US" sz="3445">
                <a:solidFill>
                  <a:srgbClr val="020049"/>
                </a:solidFill>
                <a:latin typeface="SuperDario"/>
                <a:ea typeface="SuperDario"/>
                <a:cs typeface="SuperDario"/>
                <a:sym typeface="SuperDario"/>
              </a:rPr>
              <a:t>Developer</a:t>
            </a:r>
          </a:p>
          <a:p>
            <a:pPr algn="l" marL="623547" indent="-207849" lvl="2">
              <a:lnSpc>
                <a:spcPts val="3721"/>
              </a:lnSpc>
              <a:buFont typeface="Arial"/>
              <a:buChar char="⚬"/>
            </a:pPr>
            <a:r>
              <a:rPr lang="en-US" sz="3445">
                <a:solidFill>
                  <a:srgbClr val="020049"/>
                </a:solidFill>
                <a:latin typeface="SuperDario"/>
                <a:ea typeface="SuperDario"/>
                <a:cs typeface="SuperDario"/>
                <a:sym typeface="SuperDario"/>
              </a:rPr>
              <a:t>Frontend - Backend - Diseño</a:t>
            </a:r>
          </a:p>
        </p:txBody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2194213" y="1860881"/>
            <a:ext cx="4712109" cy="1178028"/>
            <a:chOff x="0" y="0"/>
            <a:chExt cx="6282812" cy="1570704"/>
          </a:xfrm>
        </p:grpSpPr>
        <p:sp>
          <p:nvSpPr>
            <p:cNvPr name="Freeform 29" id="29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1177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0" y="0"/>
                </a:moveTo>
                <a:lnTo>
                  <a:pt x="9977052" y="0"/>
                </a:lnTo>
                <a:lnTo>
                  <a:pt x="9977052" y="9977052"/>
                </a:lnTo>
                <a:lnTo>
                  <a:pt x="0" y="997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266350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9977053" y="0"/>
                </a:moveTo>
                <a:lnTo>
                  <a:pt x="0" y="0"/>
                </a:lnTo>
                <a:lnTo>
                  <a:pt x="0" y="9977052"/>
                </a:lnTo>
                <a:lnTo>
                  <a:pt x="9977053" y="9977052"/>
                </a:lnTo>
                <a:lnTo>
                  <a:pt x="9977053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57495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32834" y="1028700"/>
            <a:ext cx="2701051" cy="942912"/>
          </a:xfrm>
          <a:custGeom>
            <a:avLst/>
            <a:gdLst/>
            <a:ahLst/>
            <a:cxnLst/>
            <a:rect r="r" b="b" t="t" l="l"/>
            <a:pathLst>
              <a:path h="942912" w="2701051">
                <a:moveTo>
                  <a:pt x="2701050" y="0"/>
                </a:moveTo>
                <a:lnTo>
                  <a:pt x="0" y="0"/>
                </a:lnTo>
                <a:lnTo>
                  <a:pt x="0" y="942912"/>
                </a:lnTo>
                <a:lnTo>
                  <a:pt x="2701050" y="942912"/>
                </a:lnTo>
                <a:lnTo>
                  <a:pt x="27010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541019" y="4767917"/>
            <a:ext cx="2974343" cy="1038316"/>
          </a:xfrm>
          <a:custGeom>
            <a:avLst/>
            <a:gdLst/>
            <a:ahLst/>
            <a:cxnLst/>
            <a:rect r="r" b="b" t="t" l="l"/>
            <a:pathLst>
              <a:path h="1038316" w="2974343">
                <a:moveTo>
                  <a:pt x="2974343" y="0"/>
                </a:moveTo>
                <a:lnTo>
                  <a:pt x="0" y="0"/>
                </a:lnTo>
                <a:lnTo>
                  <a:pt x="0" y="1038316"/>
                </a:lnTo>
                <a:lnTo>
                  <a:pt x="2974343" y="1038316"/>
                </a:lnTo>
                <a:lnTo>
                  <a:pt x="29743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749357" y="2484658"/>
            <a:ext cx="3538643" cy="1235308"/>
          </a:xfrm>
          <a:custGeom>
            <a:avLst/>
            <a:gdLst/>
            <a:ahLst/>
            <a:cxnLst/>
            <a:rect r="r" b="b" t="t" l="l"/>
            <a:pathLst>
              <a:path h="1235308" w="3538643">
                <a:moveTo>
                  <a:pt x="3538643" y="0"/>
                </a:moveTo>
                <a:lnTo>
                  <a:pt x="0" y="0"/>
                </a:lnTo>
                <a:lnTo>
                  <a:pt x="0" y="1235308"/>
                </a:lnTo>
                <a:lnTo>
                  <a:pt x="3538643" y="1235308"/>
                </a:lnTo>
                <a:lnTo>
                  <a:pt x="35386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7924" y="1333412"/>
            <a:ext cx="1661552" cy="7310830"/>
          </a:xfrm>
          <a:custGeom>
            <a:avLst/>
            <a:gdLst/>
            <a:ahLst/>
            <a:cxnLst/>
            <a:rect r="r" b="b" t="t" l="l"/>
            <a:pathLst>
              <a:path h="7310830" w="1661552">
                <a:moveTo>
                  <a:pt x="0" y="0"/>
                </a:moveTo>
                <a:lnTo>
                  <a:pt x="1661552" y="0"/>
                </a:lnTo>
                <a:lnTo>
                  <a:pt x="1661552" y="7310831"/>
                </a:lnTo>
                <a:lnTo>
                  <a:pt x="0" y="7310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3873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47942" y="7501801"/>
            <a:ext cx="977252" cy="1756499"/>
          </a:xfrm>
          <a:custGeom>
            <a:avLst/>
            <a:gdLst/>
            <a:ahLst/>
            <a:cxnLst/>
            <a:rect r="r" b="b" t="t" l="l"/>
            <a:pathLst>
              <a:path h="1756499" w="977252">
                <a:moveTo>
                  <a:pt x="0" y="0"/>
                </a:moveTo>
                <a:lnTo>
                  <a:pt x="977252" y="0"/>
                </a:lnTo>
                <a:lnTo>
                  <a:pt x="977252" y="1756499"/>
                </a:lnTo>
                <a:lnTo>
                  <a:pt x="0" y="17564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3575891" y="0"/>
            <a:ext cx="4712109" cy="1178028"/>
            <a:chOff x="0" y="0"/>
            <a:chExt cx="6282812" cy="1570704"/>
          </a:xfrm>
        </p:grpSpPr>
        <p:sp>
          <p:nvSpPr>
            <p:cNvPr name="Freeform 17" id="17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1390562"/>
            <a:ext cx="12268698" cy="6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DESCRIPCION DEL PROYECTO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83069" y="2495444"/>
            <a:ext cx="5884606" cy="5884606"/>
            <a:chOff x="0" y="0"/>
            <a:chExt cx="7846142" cy="78461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46142" cy="7846142"/>
            </a:xfrm>
            <a:custGeom>
              <a:avLst/>
              <a:gdLst/>
              <a:ahLst/>
              <a:cxnLst/>
              <a:rect r="r" b="b" t="t" l="l"/>
              <a:pathLst>
                <a:path h="7846142" w="7846142">
                  <a:moveTo>
                    <a:pt x="0" y="0"/>
                  </a:moveTo>
                  <a:lnTo>
                    <a:pt x="7846142" y="0"/>
                  </a:lnTo>
                  <a:lnTo>
                    <a:pt x="7846142" y="7846142"/>
                  </a:lnTo>
                  <a:lnTo>
                    <a:pt x="0" y="7846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508928" y="1883333"/>
              <a:ext cx="6469556" cy="4256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6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El sistema educativo actual en Chile es lineal y poco flexible; no se ajustan a los ritmos atencionales del TDAH.</a:t>
              </a:r>
            </a:p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6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Esto provoca frustración, abandono de tareas y bajo rendimiento académico.</a:t>
              </a:r>
            </a:p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6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Se requiere adaptar contenido, formato y tiempos de estudio de manera dinámica.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47253"/>
              <a:ext cx="7846142" cy="885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5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1129A6"/>
                  </a:solidFill>
                  <a:latin typeface="SuperDario"/>
                  <a:ea typeface="SuperDario"/>
                  <a:cs typeface="SuperDario"/>
                  <a:sym typeface="SuperDario"/>
                </a:rPr>
                <a:t>Problema o dolor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25431" y="2495444"/>
            <a:ext cx="7318688" cy="5884606"/>
            <a:chOff x="0" y="0"/>
            <a:chExt cx="9758250" cy="7846142"/>
          </a:xfrm>
        </p:grpSpPr>
        <p:sp>
          <p:nvSpPr>
            <p:cNvPr name="Freeform 24" id="24"/>
            <p:cNvSpPr/>
            <p:nvPr/>
          </p:nvSpPr>
          <p:spPr>
            <a:xfrm flipH="false" flipV="false" rot="-5400000">
              <a:off x="-72051" y="3102015"/>
              <a:ext cx="1579202" cy="1435100"/>
            </a:xfrm>
            <a:custGeom>
              <a:avLst/>
              <a:gdLst/>
              <a:ahLst/>
              <a:cxnLst/>
              <a:rect r="r" b="b" t="t" l="l"/>
              <a:pathLst>
                <a:path h="1435100" w="1579202">
                  <a:moveTo>
                    <a:pt x="0" y="0"/>
                  </a:moveTo>
                  <a:lnTo>
                    <a:pt x="1579202" y="0"/>
                  </a:lnTo>
                  <a:lnTo>
                    <a:pt x="1579202" y="1435100"/>
                  </a:lnTo>
                  <a:lnTo>
                    <a:pt x="0" y="143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912108" y="0"/>
              <a:ext cx="7846142" cy="7846142"/>
            </a:xfrm>
            <a:custGeom>
              <a:avLst/>
              <a:gdLst/>
              <a:ahLst/>
              <a:cxnLst/>
              <a:rect r="r" b="b" t="t" l="l"/>
              <a:pathLst>
                <a:path h="7846142" w="7846142">
                  <a:moveTo>
                    <a:pt x="0" y="0"/>
                  </a:moveTo>
                  <a:lnTo>
                    <a:pt x="7846142" y="0"/>
                  </a:lnTo>
                  <a:lnTo>
                    <a:pt x="7846142" y="7846142"/>
                  </a:lnTo>
                  <a:lnTo>
                    <a:pt x="0" y="7846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777225" y="1892858"/>
              <a:ext cx="6115909" cy="4717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7"/>
                </a:lnSpc>
              </a:pPr>
              <a:r>
                <a:rPr lang="en-US" sz="1998" spc="-35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Plataforma en línea que permita a estudiantes con TDAH aprender de manera personalizada, acorde a sus necesidades. </a:t>
              </a:r>
            </a:p>
            <a:p>
              <a:pPr algn="just" marL="431441" indent="-215721" lvl="1">
                <a:lnSpc>
                  <a:spcPts val="2797"/>
                </a:lnSpc>
                <a:buFont typeface="Arial"/>
                <a:buChar char="•"/>
              </a:pPr>
              <a:r>
                <a:rPr lang="en-US" sz="1998" spc="-35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Estilo gamificado para sostener el interés.</a:t>
              </a:r>
            </a:p>
            <a:p>
              <a:pPr algn="just" marL="431441" indent="-215721" lvl="1">
                <a:lnSpc>
                  <a:spcPts val="2797"/>
                </a:lnSpc>
                <a:buFont typeface="Arial"/>
                <a:buChar char="•"/>
              </a:pPr>
              <a:r>
                <a:rPr lang="en-US" sz="1998" spc="-35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Seguimiento visual de progreso</a:t>
              </a:r>
            </a:p>
            <a:p>
              <a:pPr algn="just" marL="431441" indent="-215721" lvl="1">
                <a:lnSpc>
                  <a:spcPts val="2797"/>
                </a:lnSpc>
                <a:buFont typeface="Arial"/>
                <a:buChar char="•"/>
              </a:pPr>
              <a:r>
                <a:rPr lang="en-US" sz="1998" spc="-35">
                  <a:solidFill>
                    <a:srgbClr val="060035"/>
                  </a:solidFill>
                  <a:latin typeface="Retropix"/>
                  <a:ea typeface="Retropix"/>
                  <a:cs typeface="Retropix"/>
                  <a:sym typeface="Retropix"/>
                </a:rPr>
                <a:t>Diseño específico para TDAH: bloques breves, variedad de formatos y feedback inmediato.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12108" y="771058"/>
              <a:ext cx="7846142" cy="885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5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1129A6"/>
                  </a:solidFill>
                  <a:latin typeface="SuperDario"/>
                  <a:ea typeface="SuperDario"/>
                  <a:cs typeface="SuperDario"/>
                  <a:sym typeface="SuperDario"/>
                </a:rPr>
                <a:t>Propuesta de solución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663479" y="8846775"/>
            <a:ext cx="1096104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SuperDario"/>
                <a:ea typeface="SuperDario"/>
                <a:cs typeface="SuperDario"/>
                <a:sym typeface="SuperDario"/>
              </a:rPr>
              <a:t>En Concepción, un estudio encontró que el 3,7% de los estudiantes de 6 a 17 años, presentan TDAH.​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1177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0" y="0"/>
                </a:moveTo>
                <a:lnTo>
                  <a:pt x="9977052" y="0"/>
                </a:lnTo>
                <a:lnTo>
                  <a:pt x="9977052" y="9977052"/>
                </a:lnTo>
                <a:lnTo>
                  <a:pt x="0" y="997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266350" y="-798170"/>
            <a:ext cx="9977052" cy="9977052"/>
          </a:xfrm>
          <a:custGeom>
            <a:avLst/>
            <a:gdLst/>
            <a:ahLst/>
            <a:cxnLst/>
            <a:rect r="r" b="b" t="t" l="l"/>
            <a:pathLst>
              <a:path h="9977052" w="9977052">
                <a:moveTo>
                  <a:pt x="9977053" y="0"/>
                </a:moveTo>
                <a:lnTo>
                  <a:pt x="0" y="0"/>
                </a:lnTo>
                <a:lnTo>
                  <a:pt x="0" y="9977052"/>
                </a:lnTo>
                <a:lnTo>
                  <a:pt x="9977053" y="9977052"/>
                </a:lnTo>
                <a:lnTo>
                  <a:pt x="9977053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57495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32834" y="1028700"/>
            <a:ext cx="2701051" cy="942912"/>
          </a:xfrm>
          <a:custGeom>
            <a:avLst/>
            <a:gdLst/>
            <a:ahLst/>
            <a:cxnLst/>
            <a:rect r="r" b="b" t="t" l="l"/>
            <a:pathLst>
              <a:path h="942912" w="2701051">
                <a:moveTo>
                  <a:pt x="2701050" y="0"/>
                </a:moveTo>
                <a:lnTo>
                  <a:pt x="0" y="0"/>
                </a:lnTo>
                <a:lnTo>
                  <a:pt x="0" y="942912"/>
                </a:lnTo>
                <a:lnTo>
                  <a:pt x="2701050" y="942912"/>
                </a:lnTo>
                <a:lnTo>
                  <a:pt x="27010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541019" y="4767917"/>
            <a:ext cx="2974343" cy="1038316"/>
          </a:xfrm>
          <a:custGeom>
            <a:avLst/>
            <a:gdLst/>
            <a:ahLst/>
            <a:cxnLst/>
            <a:rect r="r" b="b" t="t" l="l"/>
            <a:pathLst>
              <a:path h="1038316" w="2974343">
                <a:moveTo>
                  <a:pt x="2974343" y="0"/>
                </a:moveTo>
                <a:lnTo>
                  <a:pt x="0" y="0"/>
                </a:lnTo>
                <a:lnTo>
                  <a:pt x="0" y="1038316"/>
                </a:lnTo>
                <a:lnTo>
                  <a:pt x="2974343" y="1038316"/>
                </a:lnTo>
                <a:lnTo>
                  <a:pt x="29743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924" y="1333412"/>
            <a:ext cx="1661552" cy="7310830"/>
          </a:xfrm>
          <a:custGeom>
            <a:avLst/>
            <a:gdLst/>
            <a:ahLst/>
            <a:cxnLst/>
            <a:rect r="r" b="b" t="t" l="l"/>
            <a:pathLst>
              <a:path h="7310830" w="1661552">
                <a:moveTo>
                  <a:pt x="0" y="0"/>
                </a:moveTo>
                <a:lnTo>
                  <a:pt x="1661552" y="0"/>
                </a:lnTo>
                <a:lnTo>
                  <a:pt x="1661552" y="7310831"/>
                </a:lnTo>
                <a:lnTo>
                  <a:pt x="0" y="7310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23873" y="82242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8" y="0"/>
                </a:lnTo>
                <a:lnTo>
                  <a:pt x="3554378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47942" y="7501801"/>
            <a:ext cx="977252" cy="1756499"/>
          </a:xfrm>
          <a:custGeom>
            <a:avLst/>
            <a:gdLst/>
            <a:ahLst/>
            <a:cxnLst/>
            <a:rect r="r" b="b" t="t" l="l"/>
            <a:pathLst>
              <a:path h="1756499" w="977252">
                <a:moveTo>
                  <a:pt x="0" y="0"/>
                </a:moveTo>
                <a:lnTo>
                  <a:pt x="977252" y="0"/>
                </a:lnTo>
                <a:lnTo>
                  <a:pt x="977252" y="1756499"/>
                </a:lnTo>
                <a:lnTo>
                  <a:pt x="0" y="17564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3529987" y="50609"/>
            <a:ext cx="4712109" cy="1178028"/>
            <a:chOff x="0" y="0"/>
            <a:chExt cx="6282812" cy="1570704"/>
          </a:xfrm>
        </p:grpSpPr>
        <p:sp>
          <p:nvSpPr>
            <p:cNvPr name="Freeform 16" id="16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009651" y="1500156"/>
            <a:ext cx="12268698" cy="2571751"/>
            <a:chOff x="0" y="0"/>
            <a:chExt cx="16358264" cy="342900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205595" y="1179833"/>
              <a:ext cx="13947073" cy="2249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spc="-43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Desarrollar e implementar una plataforma de aprendizaje adaptativo para estudiantes con TDAH, utilizando gamificación y contenidos personalizados para mejorar la concentración, la memoria y el rendimiento escolar.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7150"/>
              <a:ext cx="16358264" cy="84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b="true" sz="4500">
                  <a:solidFill>
                    <a:srgbClr val="FFFFFF"/>
                  </a:solidFill>
                  <a:latin typeface="Stanger Bold"/>
                  <a:ea typeface="Stanger Bold"/>
                  <a:cs typeface="Stanger Bold"/>
                  <a:sym typeface="Stanger Bold"/>
                </a:rPr>
                <a:t>OBJETIVO GENERAL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09651" y="4660251"/>
            <a:ext cx="12268698" cy="3280948"/>
            <a:chOff x="0" y="0"/>
            <a:chExt cx="16358264" cy="437459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205595" y="1156842"/>
              <a:ext cx="13947073" cy="3217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96575" indent="-248288" lvl="1">
                <a:lnSpc>
                  <a:spcPts val="3220"/>
                </a:lnSpc>
                <a:buFont typeface="Arial"/>
                <a:buChar char="•"/>
              </a:pPr>
              <a:r>
                <a:rPr lang="en-US" sz="2300" spc="-41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Diseñar una interfaz gamificada para mantener el interés y la motivación.</a:t>
              </a:r>
            </a:p>
            <a:p>
              <a:pPr algn="just" marL="496575" indent="-248288" lvl="1">
                <a:lnSpc>
                  <a:spcPts val="3220"/>
                </a:lnSpc>
                <a:buFont typeface="Arial"/>
                <a:buChar char="•"/>
              </a:pPr>
              <a:r>
                <a:rPr lang="en-US" sz="2300" spc="-41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Desarrollar un sistema de evaluación continua de atención y rendimiento del usuario. </a:t>
              </a:r>
            </a:p>
            <a:p>
              <a:pPr algn="just" marL="496575" indent="-248288" lvl="1">
                <a:lnSpc>
                  <a:spcPts val="3220"/>
                </a:lnSpc>
                <a:buFont typeface="Arial"/>
                <a:buChar char="•"/>
              </a:pPr>
              <a:r>
                <a:rPr lang="en-US" sz="2300" spc="-41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Integrar un módulo de seguimiento con reportes visuales del progreso.</a:t>
              </a:r>
            </a:p>
            <a:p>
              <a:pPr algn="just" marL="496575" indent="-248288" lvl="1">
                <a:lnSpc>
                  <a:spcPts val="3220"/>
                </a:lnSpc>
                <a:buFont typeface="Arial"/>
                <a:buChar char="•"/>
              </a:pPr>
              <a:r>
                <a:rPr lang="en-US" sz="2300" spc="-41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Validar la plataforma con pruebas de usuarios, midiendo mejora en retención y satisfacción.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7150"/>
              <a:ext cx="16358264" cy="84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b="true" sz="4500">
                  <a:solidFill>
                    <a:srgbClr val="FFFFFF"/>
                  </a:solidFill>
                  <a:latin typeface="Stanger Bold"/>
                  <a:ea typeface="Stanger Bold"/>
                  <a:cs typeface="Stanger Bold"/>
                  <a:sym typeface="Stanger Bold"/>
                </a:rPr>
                <a:t>OBJETIVOS ESPECIFICOS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3325" y="-718752"/>
            <a:ext cx="10137465" cy="10137465"/>
          </a:xfrm>
          <a:custGeom>
            <a:avLst/>
            <a:gdLst/>
            <a:ahLst/>
            <a:cxnLst/>
            <a:rect r="r" b="b" t="t" l="l"/>
            <a:pathLst>
              <a:path h="10137465" w="10137465">
                <a:moveTo>
                  <a:pt x="0" y="0"/>
                </a:moveTo>
                <a:lnTo>
                  <a:pt x="10137466" y="0"/>
                </a:lnTo>
                <a:lnTo>
                  <a:pt x="10137466" y="10137465"/>
                </a:lnTo>
                <a:lnTo>
                  <a:pt x="0" y="1013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0450" y="3933016"/>
            <a:ext cx="3328832" cy="1210484"/>
          </a:xfrm>
          <a:custGeom>
            <a:avLst/>
            <a:gdLst/>
            <a:ahLst/>
            <a:cxnLst/>
            <a:rect r="r" b="b" t="t" l="l"/>
            <a:pathLst>
              <a:path h="1210484" w="3328832">
                <a:moveTo>
                  <a:pt x="0" y="0"/>
                </a:moveTo>
                <a:lnTo>
                  <a:pt x="3328833" y="0"/>
                </a:lnTo>
                <a:lnTo>
                  <a:pt x="3328833" y="1210484"/>
                </a:lnTo>
                <a:lnTo>
                  <a:pt x="0" y="1210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15590" y="-337853"/>
            <a:ext cx="3328832" cy="1210484"/>
          </a:xfrm>
          <a:custGeom>
            <a:avLst/>
            <a:gdLst/>
            <a:ahLst/>
            <a:cxnLst/>
            <a:rect r="r" b="b" t="t" l="l"/>
            <a:pathLst>
              <a:path h="1210484" w="3328832">
                <a:moveTo>
                  <a:pt x="0" y="0"/>
                </a:moveTo>
                <a:lnTo>
                  <a:pt x="3328833" y="0"/>
                </a:lnTo>
                <a:lnTo>
                  <a:pt x="3328833" y="1210484"/>
                </a:lnTo>
                <a:lnTo>
                  <a:pt x="0" y="1210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1010" y="5303913"/>
            <a:ext cx="2311769" cy="4114800"/>
          </a:xfrm>
          <a:custGeom>
            <a:avLst/>
            <a:gdLst/>
            <a:ahLst/>
            <a:cxnLst/>
            <a:rect r="r" b="b" t="t" l="l"/>
            <a:pathLst>
              <a:path h="4114800" w="2311769">
                <a:moveTo>
                  <a:pt x="0" y="0"/>
                </a:moveTo>
                <a:lnTo>
                  <a:pt x="2311770" y="0"/>
                </a:lnTo>
                <a:lnTo>
                  <a:pt x="2311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578677" y="8135398"/>
            <a:ext cx="713990" cy="1283315"/>
          </a:xfrm>
          <a:custGeom>
            <a:avLst/>
            <a:gdLst/>
            <a:ahLst/>
            <a:cxnLst/>
            <a:rect r="r" b="b" t="t" l="l"/>
            <a:pathLst>
              <a:path h="1283315" w="713990">
                <a:moveTo>
                  <a:pt x="0" y="0"/>
                </a:moveTo>
                <a:lnTo>
                  <a:pt x="713990" y="0"/>
                </a:lnTo>
                <a:lnTo>
                  <a:pt x="713990" y="1283315"/>
                </a:lnTo>
                <a:lnTo>
                  <a:pt x="0" y="1283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9285091" y="0"/>
            <a:ext cx="9418713" cy="9418713"/>
          </a:xfrm>
          <a:custGeom>
            <a:avLst/>
            <a:gdLst/>
            <a:ahLst/>
            <a:cxnLst/>
            <a:rect r="r" b="b" t="t" l="l"/>
            <a:pathLst>
              <a:path h="9418713" w="9418713">
                <a:moveTo>
                  <a:pt x="9418712" y="0"/>
                </a:moveTo>
                <a:lnTo>
                  <a:pt x="0" y="0"/>
                </a:lnTo>
                <a:lnTo>
                  <a:pt x="0" y="9418713"/>
                </a:lnTo>
                <a:lnTo>
                  <a:pt x="9418712" y="9418713"/>
                </a:lnTo>
                <a:lnTo>
                  <a:pt x="9418712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371076" y="5501789"/>
            <a:ext cx="3916924" cy="3916924"/>
          </a:xfrm>
          <a:custGeom>
            <a:avLst/>
            <a:gdLst/>
            <a:ahLst/>
            <a:cxnLst/>
            <a:rect r="r" b="b" t="t" l="l"/>
            <a:pathLst>
              <a:path h="3916924" w="3916924">
                <a:moveTo>
                  <a:pt x="0" y="0"/>
                </a:moveTo>
                <a:lnTo>
                  <a:pt x="3916924" y="0"/>
                </a:lnTo>
                <a:lnTo>
                  <a:pt x="3916924" y="3916924"/>
                </a:lnTo>
                <a:lnTo>
                  <a:pt x="0" y="39169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7349857"/>
            <a:ext cx="1380491" cy="2068856"/>
          </a:xfrm>
          <a:custGeom>
            <a:avLst/>
            <a:gdLst/>
            <a:ahLst/>
            <a:cxnLst/>
            <a:rect r="r" b="b" t="t" l="l"/>
            <a:pathLst>
              <a:path h="2068856" w="1380491">
                <a:moveTo>
                  <a:pt x="0" y="0"/>
                </a:moveTo>
                <a:lnTo>
                  <a:pt x="1380491" y="0"/>
                </a:lnTo>
                <a:lnTo>
                  <a:pt x="1380491" y="2068856"/>
                </a:lnTo>
                <a:lnTo>
                  <a:pt x="0" y="2068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0246" y="9010966"/>
            <a:ext cx="3045994" cy="1096558"/>
          </a:xfrm>
          <a:custGeom>
            <a:avLst/>
            <a:gdLst/>
            <a:ahLst/>
            <a:cxnLst/>
            <a:rect r="r" b="b" t="t" l="l"/>
            <a:pathLst>
              <a:path h="1096558" w="3045994">
                <a:moveTo>
                  <a:pt x="0" y="0"/>
                </a:moveTo>
                <a:lnTo>
                  <a:pt x="3045994" y="0"/>
                </a:lnTo>
                <a:lnTo>
                  <a:pt x="3045994" y="1096558"/>
                </a:lnTo>
                <a:lnTo>
                  <a:pt x="0" y="10965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49686" y="3028950"/>
            <a:ext cx="4621390" cy="107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9"/>
              </a:lnSpc>
              <a:spcBef>
                <a:spcPct val="0"/>
              </a:spcBef>
            </a:pPr>
            <a:r>
              <a:rPr lang="en-US" sz="6731">
                <a:solidFill>
                  <a:srgbClr val="FFFFFF"/>
                </a:solidFill>
                <a:latin typeface="SuperDario"/>
                <a:ea typeface="SuperDario"/>
                <a:cs typeface="SuperDario"/>
                <a:sym typeface="SuperDario"/>
              </a:rPr>
              <a:t>limitaciones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77539" y="3028950"/>
            <a:ext cx="3601523" cy="107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9"/>
              </a:lnSpc>
              <a:spcBef>
                <a:spcPct val="0"/>
              </a:spcBef>
            </a:pPr>
            <a:r>
              <a:rPr lang="en-US" sz="6731">
                <a:solidFill>
                  <a:srgbClr val="FFFFFF"/>
                </a:solidFill>
                <a:latin typeface="SuperDario"/>
                <a:ea typeface="SuperDario"/>
                <a:cs typeface="SuperDario"/>
                <a:sym typeface="SuperDario"/>
              </a:rPr>
              <a:t>Alcances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75839" y="4140190"/>
            <a:ext cx="6029717" cy="427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Los perfiles de estudiante y </a:t>
            </a:r>
            <a:r>
              <a:rPr lang="en-US" sz="2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Admin cuentan con autenticación y control de acceso por rol.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Materias y actividades tipo quiz/ejercicio guiado con material breve.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Gamificación: XP, rachas, logros iniciales y tablero de actividad reciente.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Seguimiento (Admin): Dashboard con KPIs (actividad, progreso, XP semanal), vistas por estudiante y por actividad.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Datos mínimos: Intentos, tiempo a finalización, % aprobación, XP semanal, rachas.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59620" y="4264255"/>
            <a:ext cx="3601523" cy="151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Limitaciones de tiempo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Sin app movil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Validez externa limitada.</a:t>
            </a:r>
          </a:p>
          <a:p>
            <a:pPr algn="ctr">
              <a:lnSpc>
                <a:spcPts val="2940"/>
              </a:lnSpc>
            </a:pP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3529987" y="50609"/>
            <a:ext cx="4712109" cy="1178028"/>
            <a:chOff x="0" y="0"/>
            <a:chExt cx="6282812" cy="1570704"/>
          </a:xfrm>
        </p:grpSpPr>
        <p:sp>
          <p:nvSpPr>
            <p:cNvPr name="Freeform 21" id="21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009651" y="1510663"/>
            <a:ext cx="12268698" cy="113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ALCANSES Y LIMITACIONES DEL PROYECTO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9798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4520589" y="8424162"/>
            <a:ext cx="9073140" cy="1369219"/>
          </a:xfrm>
          <a:custGeom>
            <a:avLst/>
            <a:gdLst/>
            <a:ahLst/>
            <a:cxnLst/>
            <a:rect r="r" b="b" t="t" l="l"/>
            <a:pathLst>
              <a:path h="1369219" w="9073140">
                <a:moveTo>
                  <a:pt x="0" y="0"/>
                </a:moveTo>
                <a:lnTo>
                  <a:pt x="9073140" y="0"/>
                </a:lnTo>
                <a:lnTo>
                  <a:pt x="9073140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86425" y="8491622"/>
            <a:ext cx="9122164" cy="1376617"/>
          </a:xfrm>
          <a:custGeom>
            <a:avLst/>
            <a:gdLst/>
            <a:ahLst/>
            <a:cxnLst/>
            <a:rect r="r" b="b" t="t" l="l"/>
            <a:pathLst>
              <a:path h="1376617" w="9122164">
                <a:moveTo>
                  <a:pt x="0" y="0"/>
                </a:moveTo>
                <a:lnTo>
                  <a:pt x="9122164" y="0"/>
                </a:lnTo>
                <a:lnTo>
                  <a:pt x="9122164" y="1376617"/>
                </a:lnTo>
                <a:lnTo>
                  <a:pt x="0" y="1376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76653" y="7974985"/>
            <a:ext cx="3255994" cy="1545117"/>
          </a:xfrm>
          <a:custGeom>
            <a:avLst/>
            <a:gdLst/>
            <a:ahLst/>
            <a:cxnLst/>
            <a:rect r="r" b="b" t="t" l="l"/>
            <a:pathLst>
              <a:path h="1545117" w="3255994">
                <a:moveTo>
                  <a:pt x="0" y="0"/>
                </a:moveTo>
                <a:lnTo>
                  <a:pt x="3255994" y="0"/>
                </a:lnTo>
                <a:lnTo>
                  <a:pt x="3255994" y="1545117"/>
                </a:lnTo>
                <a:lnTo>
                  <a:pt x="0" y="1545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5353" y="7974985"/>
            <a:ext cx="3255994" cy="1545117"/>
          </a:xfrm>
          <a:custGeom>
            <a:avLst/>
            <a:gdLst/>
            <a:ahLst/>
            <a:cxnLst/>
            <a:rect r="r" b="b" t="t" l="l"/>
            <a:pathLst>
              <a:path h="1545117" w="3255994">
                <a:moveTo>
                  <a:pt x="0" y="0"/>
                </a:moveTo>
                <a:lnTo>
                  <a:pt x="3255994" y="0"/>
                </a:lnTo>
                <a:lnTo>
                  <a:pt x="3255994" y="1545117"/>
                </a:lnTo>
                <a:lnTo>
                  <a:pt x="0" y="1545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20086" y="6683064"/>
            <a:ext cx="1833068" cy="2747104"/>
          </a:xfrm>
          <a:custGeom>
            <a:avLst/>
            <a:gdLst/>
            <a:ahLst/>
            <a:cxnLst/>
            <a:rect r="r" b="b" t="t" l="l"/>
            <a:pathLst>
              <a:path h="2747104" w="1833068">
                <a:moveTo>
                  <a:pt x="0" y="0"/>
                </a:moveTo>
                <a:lnTo>
                  <a:pt x="1833068" y="0"/>
                </a:lnTo>
                <a:lnTo>
                  <a:pt x="1833068" y="2747105"/>
                </a:lnTo>
                <a:lnTo>
                  <a:pt x="0" y="27471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5934846" y="6683064"/>
            <a:ext cx="1833068" cy="2747104"/>
          </a:xfrm>
          <a:custGeom>
            <a:avLst/>
            <a:gdLst/>
            <a:ahLst/>
            <a:cxnLst/>
            <a:rect r="r" b="b" t="t" l="l"/>
            <a:pathLst>
              <a:path h="2747104" w="1833068">
                <a:moveTo>
                  <a:pt x="1833068" y="0"/>
                </a:moveTo>
                <a:lnTo>
                  <a:pt x="0" y="0"/>
                </a:lnTo>
                <a:lnTo>
                  <a:pt x="0" y="2747105"/>
                </a:lnTo>
                <a:lnTo>
                  <a:pt x="1833068" y="2747105"/>
                </a:lnTo>
                <a:lnTo>
                  <a:pt x="183306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63822" y="7066112"/>
            <a:ext cx="2524720" cy="2364056"/>
          </a:xfrm>
          <a:custGeom>
            <a:avLst/>
            <a:gdLst/>
            <a:ahLst/>
            <a:cxnLst/>
            <a:rect r="r" b="b" t="t" l="l"/>
            <a:pathLst>
              <a:path h="2364056" w="2524720">
                <a:moveTo>
                  <a:pt x="0" y="0"/>
                </a:moveTo>
                <a:lnTo>
                  <a:pt x="2524720" y="0"/>
                </a:lnTo>
                <a:lnTo>
                  <a:pt x="2524720" y="2364057"/>
                </a:lnTo>
                <a:lnTo>
                  <a:pt x="0" y="23640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3895124" y="7066112"/>
            <a:ext cx="2524720" cy="2364056"/>
          </a:xfrm>
          <a:custGeom>
            <a:avLst/>
            <a:gdLst/>
            <a:ahLst/>
            <a:cxnLst/>
            <a:rect r="r" b="b" t="t" l="l"/>
            <a:pathLst>
              <a:path h="2364056" w="2524720">
                <a:moveTo>
                  <a:pt x="2524721" y="0"/>
                </a:moveTo>
                <a:lnTo>
                  <a:pt x="0" y="0"/>
                </a:lnTo>
                <a:lnTo>
                  <a:pt x="0" y="2364057"/>
                </a:lnTo>
                <a:lnTo>
                  <a:pt x="2524721" y="2364057"/>
                </a:lnTo>
                <a:lnTo>
                  <a:pt x="252472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29681" y="1872195"/>
            <a:ext cx="3895199" cy="1359779"/>
          </a:xfrm>
          <a:custGeom>
            <a:avLst/>
            <a:gdLst/>
            <a:ahLst/>
            <a:cxnLst/>
            <a:rect r="r" b="b" t="t" l="l"/>
            <a:pathLst>
              <a:path h="1359779" w="3895199">
                <a:moveTo>
                  <a:pt x="0" y="0"/>
                </a:moveTo>
                <a:lnTo>
                  <a:pt x="3895199" y="0"/>
                </a:lnTo>
                <a:lnTo>
                  <a:pt x="3895199" y="1359779"/>
                </a:lnTo>
                <a:lnTo>
                  <a:pt x="0" y="1359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844072" y="3712478"/>
            <a:ext cx="3306313" cy="1154204"/>
          </a:xfrm>
          <a:custGeom>
            <a:avLst/>
            <a:gdLst/>
            <a:ahLst/>
            <a:cxnLst/>
            <a:rect r="r" b="b" t="t" l="l"/>
            <a:pathLst>
              <a:path h="1154204" w="3306313">
                <a:moveTo>
                  <a:pt x="0" y="0"/>
                </a:moveTo>
                <a:lnTo>
                  <a:pt x="3306312" y="0"/>
                </a:lnTo>
                <a:lnTo>
                  <a:pt x="3306312" y="1154203"/>
                </a:lnTo>
                <a:lnTo>
                  <a:pt x="0" y="11542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620780" y="-62335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1166549" y="1028700"/>
            <a:ext cx="3895199" cy="1359779"/>
          </a:xfrm>
          <a:custGeom>
            <a:avLst/>
            <a:gdLst/>
            <a:ahLst/>
            <a:cxnLst/>
            <a:rect r="r" b="b" t="t" l="l"/>
            <a:pathLst>
              <a:path h="1359779" w="3895199">
                <a:moveTo>
                  <a:pt x="0" y="0"/>
                </a:moveTo>
                <a:lnTo>
                  <a:pt x="3895200" y="0"/>
                </a:lnTo>
                <a:lnTo>
                  <a:pt x="3895200" y="1359779"/>
                </a:lnTo>
                <a:lnTo>
                  <a:pt x="0" y="1359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872105" y="3712478"/>
            <a:ext cx="3306313" cy="1154204"/>
          </a:xfrm>
          <a:custGeom>
            <a:avLst/>
            <a:gdLst/>
            <a:ahLst/>
            <a:cxnLst/>
            <a:rect r="r" b="b" t="t" l="l"/>
            <a:pathLst>
              <a:path h="1154204" w="3306313">
                <a:moveTo>
                  <a:pt x="0" y="0"/>
                </a:moveTo>
                <a:lnTo>
                  <a:pt x="3306312" y="0"/>
                </a:lnTo>
                <a:lnTo>
                  <a:pt x="3306312" y="1154203"/>
                </a:lnTo>
                <a:lnTo>
                  <a:pt x="0" y="11542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-127432" y="0"/>
            <a:ext cx="18827901" cy="9418713"/>
            <a:chOff x="0" y="0"/>
            <a:chExt cx="25103868" cy="12558284"/>
          </a:xfrm>
        </p:grpSpPr>
        <p:sp>
          <p:nvSpPr>
            <p:cNvPr name="Freeform 26" id="26"/>
            <p:cNvSpPr/>
            <p:nvPr/>
          </p:nvSpPr>
          <p:spPr>
            <a:xfrm flipH="true" flipV="false" rot="0">
              <a:off x="12545584" y="0"/>
              <a:ext cx="12558284" cy="12558284"/>
            </a:xfrm>
            <a:custGeom>
              <a:avLst/>
              <a:gdLst/>
              <a:ahLst/>
              <a:cxnLst/>
              <a:rect r="r" b="b" t="t" l="l"/>
              <a:pathLst>
                <a:path h="12558284" w="12558284">
                  <a:moveTo>
                    <a:pt x="12558284" y="0"/>
                  </a:moveTo>
                  <a:lnTo>
                    <a:pt x="0" y="0"/>
                  </a:lnTo>
                  <a:lnTo>
                    <a:pt x="0" y="12558284"/>
                  </a:lnTo>
                  <a:lnTo>
                    <a:pt x="12558284" y="12558284"/>
                  </a:lnTo>
                  <a:lnTo>
                    <a:pt x="12558284" y="0"/>
                  </a:lnTo>
                  <a:close/>
                </a:path>
              </a:pathLst>
            </a:custGeom>
            <a:blipFill>
              <a:blip r:embed="rId20">
                <a:alphaModFix amt="16000"/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7" id="27"/>
            <p:cNvSpPr/>
            <p:nvPr/>
          </p:nvSpPr>
          <p:spPr>
            <a:xfrm flipH="true" flipV="false" rot="0">
              <a:off x="0" y="0"/>
              <a:ext cx="12558284" cy="12558284"/>
            </a:xfrm>
            <a:custGeom>
              <a:avLst/>
              <a:gdLst/>
              <a:ahLst/>
              <a:cxnLst/>
              <a:rect r="r" b="b" t="t" l="l"/>
              <a:pathLst>
                <a:path h="12558284" w="12558284">
                  <a:moveTo>
                    <a:pt x="12558284" y="0"/>
                  </a:moveTo>
                  <a:lnTo>
                    <a:pt x="0" y="0"/>
                  </a:lnTo>
                  <a:lnTo>
                    <a:pt x="0" y="12558284"/>
                  </a:lnTo>
                  <a:lnTo>
                    <a:pt x="12558284" y="12558284"/>
                  </a:lnTo>
                  <a:lnTo>
                    <a:pt x="12558284" y="0"/>
                  </a:lnTo>
                  <a:close/>
                </a:path>
              </a:pathLst>
            </a:custGeom>
            <a:blipFill>
              <a:blip r:embed="rId20">
                <a:alphaModFix amt="16000"/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3440955" y="3062759"/>
            <a:ext cx="3748060" cy="3748060"/>
          </a:xfrm>
          <a:custGeom>
            <a:avLst/>
            <a:gdLst/>
            <a:ahLst/>
            <a:cxnLst/>
            <a:rect r="r" b="b" t="t" l="l"/>
            <a:pathLst>
              <a:path h="3748060" w="3748060">
                <a:moveTo>
                  <a:pt x="0" y="0"/>
                </a:moveTo>
                <a:lnTo>
                  <a:pt x="3748060" y="0"/>
                </a:lnTo>
                <a:lnTo>
                  <a:pt x="3748060" y="3748059"/>
                </a:lnTo>
                <a:lnTo>
                  <a:pt x="0" y="374805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3692740" y="3062759"/>
            <a:ext cx="3244489" cy="3830168"/>
            <a:chOff x="0" y="0"/>
            <a:chExt cx="6532052" cy="7711184"/>
          </a:xfrm>
        </p:grpSpPr>
        <p:sp>
          <p:nvSpPr>
            <p:cNvPr name="Freeform 30" id="30" descr="Kanban lean method project management icon Vector Image"/>
            <p:cNvSpPr/>
            <p:nvPr/>
          </p:nvSpPr>
          <p:spPr>
            <a:xfrm flipH="false" flipV="false" rot="0">
              <a:off x="0" y="0"/>
              <a:ext cx="6531991" cy="7711186"/>
            </a:xfrm>
            <a:custGeom>
              <a:avLst/>
              <a:gdLst/>
              <a:ahLst/>
              <a:cxnLst/>
              <a:rect r="r" b="b" t="t" l="l"/>
              <a:pathLst>
                <a:path h="7711186" w="6531991">
                  <a:moveTo>
                    <a:pt x="0" y="0"/>
                  </a:moveTo>
                  <a:lnTo>
                    <a:pt x="6531991" y="0"/>
                  </a:lnTo>
                  <a:lnTo>
                    <a:pt x="6531991" y="7711186"/>
                  </a:lnTo>
                  <a:lnTo>
                    <a:pt x="0" y="7711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8134" t="-27426" r="-38134" b="-33832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718279" y="3288615"/>
            <a:ext cx="563858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BDF3FF"/>
                </a:solidFill>
                <a:latin typeface="Retropix"/>
                <a:ea typeface="Retropix"/>
                <a:cs typeface="Retropix"/>
                <a:sym typeface="Retropix"/>
              </a:rPr>
              <a:t>¿Por qué Kanban?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18279" y="3983940"/>
            <a:ext cx="7439205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WIP limitado → menos multitarea, menos cuellos de botella, mejor calidad.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Visibilidad del trabajo (tablero).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Adaptable: no impone iteraciones fijas; ideal para cambios de UX/KPIs.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Foco en terminar antes que empezar más.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Mejora continua sencilla.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52201" y="1414797"/>
            <a:ext cx="12268698" cy="113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METODOLOGIA DE TRABAJO PARA EL DESARROLLO DEL PROYECTO</a:t>
            </a:r>
          </a:p>
        </p:txBody>
      </p: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3821741" y="0"/>
            <a:ext cx="4466259" cy="1116565"/>
            <a:chOff x="0" y="0"/>
            <a:chExt cx="6282812" cy="1570704"/>
          </a:xfrm>
        </p:grpSpPr>
        <p:sp>
          <p:nvSpPr>
            <p:cNvPr name="Freeform 35" id="35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9798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761264" y="0"/>
            <a:ext cx="4466259" cy="1116565"/>
            <a:chOff x="0" y="0"/>
            <a:chExt cx="6282812" cy="1570704"/>
          </a:xfrm>
        </p:grpSpPr>
        <p:sp>
          <p:nvSpPr>
            <p:cNvPr name="Freeform 5" id="5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123354"/>
            <a:ext cx="18780218" cy="4681874"/>
            <a:chOff x="0" y="0"/>
            <a:chExt cx="25040290" cy="6242498"/>
          </a:xfrm>
        </p:grpSpPr>
        <p:sp>
          <p:nvSpPr>
            <p:cNvPr name="Freeform 7" id="7"/>
            <p:cNvSpPr/>
            <p:nvPr/>
          </p:nvSpPr>
          <p:spPr>
            <a:xfrm flipH="false" flipV="false" rot="5400000">
              <a:off x="9703113" y="-9489260"/>
              <a:ext cx="5634065" cy="25040290"/>
            </a:xfrm>
            <a:custGeom>
              <a:avLst/>
              <a:gdLst/>
              <a:ahLst/>
              <a:cxnLst/>
              <a:rect r="r" b="b" t="t" l="l"/>
              <a:pathLst>
                <a:path h="25040290" w="5634065">
                  <a:moveTo>
                    <a:pt x="0" y="0"/>
                  </a:moveTo>
                  <a:lnTo>
                    <a:pt x="5634065" y="0"/>
                  </a:lnTo>
                  <a:lnTo>
                    <a:pt x="5634065" y="25040291"/>
                  </a:lnTo>
                  <a:lnTo>
                    <a:pt x="0" y="25040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751462" y="4026861"/>
              <a:ext cx="2215637" cy="2215637"/>
            </a:xfrm>
            <a:custGeom>
              <a:avLst/>
              <a:gdLst/>
              <a:ahLst/>
              <a:cxnLst/>
              <a:rect r="r" b="b" t="t" l="l"/>
              <a:pathLst>
                <a:path h="2215637" w="2215637">
                  <a:moveTo>
                    <a:pt x="0" y="0"/>
                  </a:moveTo>
                  <a:lnTo>
                    <a:pt x="2215636" y="0"/>
                  </a:lnTo>
                  <a:lnTo>
                    <a:pt x="2215636" y="2215637"/>
                  </a:lnTo>
                  <a:lnTo>
                    <a:pt x="0" y="221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904845" y="4180245"/>
              <a:ext cx="1908870" cy="1908870"/>
            </a:xfrm>
            <a:custGeom>
              <a:avLst/>
              <a:gdLst/>
              <a:ahLst/>
              <a:cxnLst/>
              <a:rect r="r" b="b" t="t" l="l"/>
              <a:pathLst>
                <a:path h="1908870" w="1908870">
                  <a:moveTo>
                    <a:pt x="0" y="0"/>
                  </a:moveTo>
                  <a:lnTo>
                    <a:pt x="1908870" y="0"/>
                  </a:lnTo>
                  <a:lnTo>
                    <a:pt x="1908870" y="1908870"/>
                  </a:lnTo>
                  <a:lnTo>
                    <a:pt x="0" y="190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860636" y="0"/>
              <a:ext cx="2215637" cy="2215637"/>
            </a:xfrm>
            <a:custGeom>
              <a:avLst/>
              <a:gdLst/>
              <a:ahLst/>
              <a:cxnLst/>
              <a:rect r="r" b="b" t="t" l="l"/>
              <a:pathLst>
                <a:path h="2215637" w="2215637">
                  <a:moveTo>
                    <a:pt x="0" y="0"/>
                  </a:moveTo>
                  <a:lnTo>
                    <a:pt x="2215637" y="0"/>
                  </a:lnTo>
                  <a:lnTo>
                    <a:pt x="2215637" y="2215637"/>
                  </a:lnTo>
                  <a:lnTo>
                    <a:pt x="0" y="221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014020" y="153384"/>
              <a:ext cx="1908870" cy="1908870"/>
            </a:xfrm>
            <a:custGeom>
              <a:avLst/>
              <a:gdLst/>
              <a:ahLst/>
              <a:cxnLst/>
              <a:rect r="r" b="b" t="t" l="l"/>
              <a:pathLst>
                <a:path h="1908870" w="1908870">
                  <a:moveTo>
                    <a:pt x="0" y="0"/>
                  </a:moveTo>
                  <a:lnTo>
                    <a:pt x="1908869" y="0"/>
                  </a:lnTo>
                  <a:lnTo>
                    <a:pt x="1908869" y="1908869"/>
                  </a:lnTo>
                  <a:lnTo>
                    <a:pt x="0" y="1908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6945" y="405765"/>
            <a:ext cx="11341136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ROADMAP PARA EL DESARROLLO DEL PROYECTO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632" y="6776653"/>
            <a:ext cx="2457656" cy="98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  <a:spcBef>
                <a:spcPct val="0"/>
              </a:spcBef>
            </a:pPr>
            <a:r>
              <a:rPr lang="en-US" sz="3317">
                <a:solidFill>
                  <a:srgbClr val="FFE870"/>
                </a:solidFill>
                <a:latin typeface="SuperDario"/>
                <a:ea typeface="SuperDario"/>
                <a:cs typeface="SuperDario"/>
                <a:sym typeface="SuperDario"/>
              </a:rPr>
              <a:t>Fase 1: Descubrimiento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47513" y="4027598"/>
            <a:ext cx="2457656" cy="98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  <a:spcBef>
                <a:spcPct val="0"/>
              </a:spcBef>
            </a:pPr>
            <a:r>
              <a:rPr lang="en-US" sz="3317">
                <a:solidFill>
                  <a:srgbClr val="FFE870"/>
                </a:solidFill>
                <a:latin typeface="SuperDario"/>
                <a:ea typeface="SuperDario"/>
                <a:cs typeface="SuperDario"/>
                <a:sym typeface="SuperDario"/>
              </a:rPr>
              <a:t>Fase 2: Desarrollo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5743" y="6776653"/>
            <a:ext cx="2323678" cy="98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</a:pPr>
            <a:r>
              <a:rPr lang="en-US" sz="3317">
                <a:solidFill>
                  <a:srgbClr val="FFE870"/>
                </a:solidFill>
                <a:latin typeface="SuperDario"/>
                <a:ea typeface="SuperDario"/>
                <a:cs typeface="SuperDario"/>
                <a:sym typeface="SuperDario"/>
              </a:rPr>
              <a:t>Fase 3: </a:t>
            </a:r>
          </a:p>
          <a:p>
            <a:pPr algn="ctr">
              <a:lnSpc>
                <a:spcPts val="3582"/>
              </a:lnSpc>
              <a:spcBef>
                <a:spcPct val="0"/>
              </a:spcBef>
            </a:pPr>
            <a:r>
              <a:rPr lang="en-US" sz="3317">
                <a:solidFill>
                  <a:srgbClr val="FFE870"/>
                </a:solidFill>
                <a:latin typeface="SuperDario"/>
                <a:ea typeface="SuperDario"/>
                <a:cs typeface="SuperDario"/>
                <a:sym typeface="SuperDario"/>
              </a:rPr>
              <a:t>QA &amp; Testing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88319" y="3997486"/>
            <a:ext cx="1603546" cy="98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  <a:spcBef>
                <a:spcPct val="0"/>
              </a:spcBef>
            </a:pPr>
            <a:r>
              <a:rPr lang="en-US" sz="3317">
                <a:solidFill>
                  <a:srgbClr val="FFE870"/>
                </a:solidFill>
                <a:latin typeface="SuperDario"/>
                <a:ea typeface="SuperDario"/>
                <a:cs typeface="SuperDario"/>
                <a:sym typeface="SuperDario"/>
              </a:rPr>
              <a:t>Entrega Final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31957" y="8116499"/>
            <a:ext cx="3625007" cy="100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LEVANTAMIENTO DE REQUISITOS,</a:t>
            </a:r>
          </a:p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PROTOTIPO DE INTERFAZ Y DISEÑO BD.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0983" y="7671284"/>
            <a:ext cx="158695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SEMANAS 1–4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63838" y="5502990"/>
            <a:ext cx="3625007" cy="132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IMPLEM</a:t>
            </a: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ENTACIÓN API Y BASE DE DATOS,</a:t>
            </a:r>
          </a:p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INTERFAZ PRINCIPAL Y GAMIFICADA.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02869" y="5057775"/>
            <a:ext cx="1746945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SEMANAS 5–12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5079" y="8116499"/>
            <a:ext cx="3625007" cy="132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PRU</a:t>
            </a: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EBAS CON USUARIOS, CORRECCIÓN</a:t>
            </a:r>
          </a:p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DE BUGS Y MEJORAS DE USABILIDAD.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24075" y="7671284"/>
            <a:ext cx="182701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SEMANAS 13–16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7589" y="5367445"/>
            <a:ext cx="3625007" cy="67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PULIDO</a:t>
            </a:r>
            <a:r>
              <a:rPr lang="en-US" sz="184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FINAL Y PRESENTACIÓN DEL PROYECTO.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76585" y="4922229"/>
            <a:ext cx="182701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SEMANAS 17–18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06718" y="5143500"/>
            <a:ext cx="1661728" cy="1661728"/>
            <a:chOff x="0" y="0"/>
            <a:chExt cx="2215637" cy="22156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5637" cy="2215637"/>
            </a:xfrm>
            <a:custGeom>
              <a:avLst/>
              <a:gdLst/>
              <a:ahLst/>
              <a:cxnLst/>
              <a:rect r="r" b="b" t="t" l="l"/>
              <a:pathLst>
                <a:path h="2215637" w="2215637">
                  <a:moveTo>
                    <a:pt x="0" y="0"/>
                  </a:moveTo>
                  <a:lnTo>
                    <a:pt x="2215637" y="0"/>
                  </a:lnTo>
                  <a:lnTo>
                    <a:pt x="2215637" y="2215637"/>
                  </a:lnTo>
                  <a:lnTo>
                    <a:pt x="0" y="221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47563" y="153384"/>
              <a:ext cx="1908870" cy="1908870"/>
            </a:xfrm>
            <a:custGeom>
              <a:avLst/>
              <a:gdLst/>
              <a:ahLst/>
              <a:cxnLst/>
              <a:rect r="r" b="b" t="t" l="l"/>
              <a:pathLst>
                <a:path h="1908870" w="1908870">
                  <a:moveTo>
                    <a:pt x="0" y="0"/>
                  </a:moveTo>
                  <a:lnTo>
                    <a:pt x="1908870" y="0"/>
                  </a:lnTo>
                  <a:lnTo>
                    <a:pt x="1908870" y="1908869"/>
                  </a:lnTo>
                  <a:lnTo>
                    <a:pt x="0" y="1908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159228" y="2123354"/>
            <a:ext cx="1661728" cy="1661728"/>
            <a:chOff x="0" y="0"/>
            <a:chExt cx="2215637" cy="22156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15637" cy="2215637"/>
            </a:xfrm>
            <a:custGeom>
              <a:avLst/>
              <a:gdLst/>
              <a:ahLst/>
              <a:cxnLst/>
              <a:rect r="r" b="b" t="t" l="l"/>
              <a:pathLst>
                <a:path h="2215637" w="2215637">
                  <a:moveTo>
                    <a:pt x="0" y="0"/>
                  </a:moveTo>
                  <a:lnTo>
                    <a:pt x="2215637" y="0"/>
                  </a:lnTo>
                  <a:lnTo>
                    <a:pt x="2215637" y="2215637"/>
                  </a:lnTo>
                  <a:lnTo>
                    <a:pt x="0" y="221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53384" y="153384"/>
              <a:ext cx="1908870" cy="1908870"/>
            </a:xfrm>
            <a:custGeom>
              <a:avLst/>
              <a:gdLst/>
              <a:ahLst/>
              <a:cxnLst/>
              <a:rect r="r" b="b" t="t" l="l"/>
              <a:pathLst>
                <a:path h="1908870" w="1908870">
                  <a:moveTo>
                    <a:pt x="0" y="0"/>
                  </a:moveTo>
                  <a:lnTo>
                    <a:pt x="1908869" y="0"/>
                  </a:lnTo>
                  <a:lnTo>
                    <a:pt x="1908869" y="1908869"/>
                  </a:lnTo>
                  <a:lnTo>
                    <a:pt x="0" y="1908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9798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6945" y="405765"/>
            <a:ext cx="9631898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ARQUITECTURA DE SOFTWARE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079872" y="1403233"/>
            <a:ext cx="14128257" cy="8815133"/>
            <a:chOff x="0" y="0"/>
            <a:chExt cx="18303062" cy="11419946"/>
          </a:xfrm>
        </p:grpSpPr>
        <p:sp>
          <p:nvSpPr>
            <p:cNvPr name="Freeform 6" id="6" descr="Diagrama  El contenido generado por IA puede ser incorrecto."/>
            <p:cNvSpPr/>
            <p:nvPr/>
          </p:nvSpPr>
          <p:spPr>
            <a:xfrm flipH="false" flipV="false" rot="0">
              <a:off x="0" y="0"/>
              <a:ext cx="18303112" cy="11419967"/>
            </a:xfrm>
            <a:custGeom>
              <a:avLst/>
              <a:gdLst/>
              <a:ahLst/>
              <a:cxnLst/>
              <a:rect r="r" b="b" t="t" l="l"/>
              <a:pathLst>
                <a:path h="11419967" w="18303112">
                  <a:moveTo>
                    <a:pt x="0" y="0"/>
                  </a:moveTo>
                  <a:lnTo>
                    <a:pt x="18303112" y="0"/>
                  </a:lnTo>
                  <a:lnTo>
                    <a:pt x="18303112" y="11419967"/>
                  </a:lnTo>
                  <a:lnTo>
                    <a:pt x="0" y="11419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09" t="-2998" r="-9943" b="-10146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761264" y="0"/>
            <a:ext cx="4466259" cy="1116565"/>
            <a:chOff x="0" y="0"/>
            <a:chExt cx="6282812" cy="1570704"/>
          </a:xfrm>
        </p:grpSpPr>
        <p:sp>
          <p:nvSpPr>
            <p:cNvPr name="Freeform 8" id="8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9798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17288" y="1173715"/>
            <a:ext cx="985342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MODELOS DE DATOS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39435" y="3074228"/>
            <a:ext cx="7171127" cy="6336401"/>
            <a:chOff x="0" y="0"/>
            <a:chExt cx="8428566" cy="7447472"/>
          </a:xfrm>
        </p:grpSpPr>
        <p:sp>
          <p:nvSpPr>
            <p:cNvPr name="Freeform 6" id="6" descr="Interfaz de usuario gráfica, Aplicación, Tabla, Word  El contenido generado por IA puede ser incorrecto."/>
            <p:cNvSpPr/>
            <p:nvPr/>
          </p:nvSpPr>
          <p:spPr>
            <a:xfrm flipH="false" flipV="false" rot="0">
              <a:off x="0" y="0"/>
              <a:ext cx="8428609" cy="7447534"/>
            </a:xfrm>
            <a:custGeom>
              <a:avLst/>
              <a:gdLst/>
              <a:ahLst/>
              <a:cxnLst/>
              <a:rect r="r" b="b" t="t" l="l"/>
              <a:pathLst>
                <a:path h="7447534" w="8428609">
                  <a:moveTo>
                    <a:pt x="0" y="0"/>
                  </a:moveTo>
                  <a:lnTo>
                    <a:pt x="8428609" y="0"/>
                  </a:lnTo>
                  <a:lnTo>
                    <a:pt x="8428609" y="7447534"/>
                  </a:lnTo>
                  <a:lnTo>
                    <a:pt x="0" y="7447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8" t="0" r="-118" b="0"/>
              </a:stretch>
            </a:blip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758045" y="2452907"/>
          <a:ext cx="10363200" cy="7578544"/>
        </p:xfrm>
        <a:graphic>
          <a:graphicData uri="http://schemas.openxmlformats.org/drawingml/2006/table">
            <a:tbl>
              <a:tblPr/>
              <a:tblGrid>
                <a:gridCol w="5165766"/>
                <a:gridCol w="5197434"/>
              </a:tblGrid>
              <a:tr h="7348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Entidad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Descripción principal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140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Users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Almacena datos de los estudiantes, progreso y recompensas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140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Subjects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Contiene las asignaturas disponibles en la plataforma.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1140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Activities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Representa las actividades o ejercicios por asignatura.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140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Activity_Attempts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Registra los intentos, resultados y puntuaciones del usuario.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1140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Users_Progress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Mide el avance del estudiante por tema.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140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Materials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Retropix"/>
                          <a:ea typeface="Retropix"/>
                          <a:cs typeface="Retropix"/>
                          <a:sym typeface="Retropix"/>
                        </a:rPr>
                        <a:t>Guarda recursos educativos complementarios.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840791" y="0"/>
            <a:ext cx="4466259" cy="1116565"/>
            <a:chOff x="0" y="0"/>
            <a:chExt cx="6282812" cy="1570704"/>
          </a:xfrm>
        </p:grpSpPr>
        <p:sp>
          <p:nvSpPr>
            <p:cNvPr name="Freeform 9" id="9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9798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88308" y="-216316"/>
            <a:ext cx="19005093" cy="9635029"/>
            <a:chOff x="0" y="0"/>
            <a:chExt cx="25340124" cy="12846706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353288"/>
              <a:ext cx="12493418" cy="12493418"/>
            </a:xfrm>
            <a:custGeom>
              <a:avLst/>
              <a:gdLst/>
              <a:ahLst/>
              <a:cxnLst/>
              <a:rect r="r" b="b" t="t" l="l"/>
              <a:pathLst>
                <a:path h="12493418" w="12493418">
                  <a:moveTo>
                    <a:pt x="12493418" y="0"/>
                  </a:moveTo>
                  <a:lnTo>
                    <a:pt x="0" y="0"/>
                  </a:lnTo>
                  <a:lnTo>
                    <a:pt x="0" y="12493418"/>
                  </a:lnTo>
                  <a:lnTo>
                    <a:pt x="12493418" y="12493418"/>
                  </a:lnTo>
                  <a:lnTo>
                    <a:pt x="12493418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2493418" y="0"/>
              <a:ext cx="12846706" cy="12846706"/>
            </a:xfrm>
            <a:custGeom>
              <a:avLst/>
              <a:gdLst/>
              <a:ahLst/>
              <a:cxnLst/>
              <a:rect r="r" b="b" t="t" l="l"/>
              <a:pathLst>
                <a:path h="12846706" w="12846706">
                  <a:moveTo>
                    <a:pt x="12846706" y="0"/>
                  </a:moveTo>
                  <a:lnTo>
                    <a:pt x="0" y="0"/>
                  </a:lnTo>
                  <a:lnTo>
                    <a:pt x="0" y="12846706"/>
                  </a:lnTo>
                  <a:lnTo>
                    <a:pt x="12846706" y="12846706"/>
                  </a:lnTo>
                  <a:lnTo>
                    <a:pt x="12846706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284799" y="8696849"/>
            <a:ext cx="6606214" cy="996938"/>
          </a:xfrm>
          <a:custGeom>
            <a:avLst/>
            <a:gdLst/>
            <a:ahLst/>
            <a:cxnLst/>
            <a:rect r="r" b="b" t="t" l="l"/>
            <a:pathLst>
              <a:path h="996938" w="6606214">
                <a:moveTo>
                  <a:pt x="0" y="0"/>
                </a:moveTo>
                <a:lnTo>
                  <a:pt x="6606215" y="0"/>
                </a:lnTo>
                <a:lnTo>
                  <a:pt x="6606215" y="996938"/>
                </a:lnTo>
                <a:lnTo>
                  <a:pt x="0" y="996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91014" y="8696849"/>
            <a:ext cx="6606214" cy="996938"/>
          </a:xfrm>
          <a:custGeom>
            <a:avLst/>
            <a:gdLst/>
            <a:ahLst/>
            <a:cxnLst/>
            <a:rect r="r" b="b" t="t" l="l"/>
            <a:pathLst>
              <a:path h="996938" w="6606214">
                <a:moveTo>
                  <a:pt x="0" y="0"/>
                </a:moveTo>
                <a:lnTo>
                  <a:pt x="6606214" y="0"/>
                </a:lnTo>
                <a:lnTo>
                  <a:pt x="6606214" y="996938"/>
                </a:lnTo>
                <a:lnTo>
                  <a:pt x="0" y="996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9418713"/>
            <a:ext cx="4709323" cy="899053"/>
          </a:xfrm>
          <a:custGeom>
            <a:avLst/>
            <a:gdLst/>
            <a:ahLst/>
            <a:cxnLst/>
            <a:rect r="r" b="b" t="t" l="l"/>
            <a:pathLst>
              <a:path h="899053" w="4709323">
                <a:moveTo>
                  <a:pt x="0" y="0"/>
                </a:moveTo>
                <a:lnTo>
                  <a:pt x="4709323" y="0"/>
                </a:lnTo>
                <a:lnTo>
                  <a:pt x="4709323" y="899052"/>
                </a:lnTo>
                <a:lnTo>
                  <a:pt x="0" y="8990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26226" y="9418713"/>
            <a:ext cx="4709323" cy="899053"/>
          </a:xfrm>
          <a:custGeom>
            <a:avLst/>
            <a:gdLst/>
            <a:ahLst/>
            <a:cxnLst/>
            <a:rect r="r" b="b" t="t" l="l"/>
            <a:pathLst>
              <a:path h="899053" w="4709323">
                <a:moveTo>
                  <a:pt x="0" y="0"/>
                </a:moveTo>
                <a:lnTo>
                  <a:pt x="4709323" y="0"/>
                </a:lnTo>
                <a:lnTo>
                  <a:pt x="4709323" y="899052"/>
                </a:lnTo>
                <a:lnTo>
                  <a:pt x="0" y="8990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52451" y="9418713"/>
            <a:ext cx="4709323" cy="899053"/>
          </a:xfrm>
          <a:custGeom>
            <a:avLst/>
            <a:gdLst/>
            <a:ahLst/>
            <a:cxnLst/>
            <a:rect r="r" b="b" t="t" l="l"/>
            <a:pathLst>
              <a:path h="899053" w="4709323">
                <a:moveTo>
                  <a:pt x="0" y="0"/>
                </a:moveTo>
                <a:lnTo>
                  <a:pt x="4709323" y="0"/>
                </a:lnTo>
                <a:lnTo>
                  <a:pt x="4709323" y="899052"/>
                </a:lnTo>
                <a:lnTo>
                  <a:pt x="0" y="8990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78677" y="9418713"/>
            <a:ext cx="4709323" cy="899053"/>
          </a:xfrm>
          <a:custGeom>
            <a:avLst/>
            <a:gdLst/>
            <a:ahLst/>
            <a:cxnLst/>
            <a:rect r="r" b="b" t="t" l="l"/>
            <a:pathLst>
              <a:path h="899053" w="4709323">
                <a:moveTo>
                  <a:pt x="0" y="0"/>
                </a:moveTo>
                <a:lnTo>
                  <a:pt x="4709323" y="0"/>
                </a:lnTo>
                <a:lnTo>
                  <a:pt x="4709323" y="899052"/>
                </a:lnTo>
                <a:lnTo>
                  <a:pt x="0" y="8990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769017" y="348811"/>
            <a:ext cx="3895199" cy="1359779"/>
          </a:xfrm>
          <a:custGeom>
            <a:avLst/>
            <a:gdLst/>
            <a:ahLst/>
            <a:cxnLst/>
            <a:rect r="r" b="b" t="t" l="l"/>
            <a:pathLst>
              <a:path h="1359779" w="3895199">
                <a:moveTo>
                  <a:pt x="0" y="0"/>
                </a:moveTo>
                <a:lnTo>
                  <a:pt x="3895199" y="0"/>
                </a:lnTo>
                <a:lnTo>
                  <a:pt x="3895199" y="1359778"/>
                </a:lnTo>
                <a:lnTo>
                  <a:pt x="0" y="1359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3026" y="0"/>
            <a:ext cx="3306313" cy="1154204"/>
          </a:xfrm>
          <a:custGeom>
            <a:avLst/>
            <a:gdLst/>
            <a:ahLst/>
            <a:cxnLst/>
            <a:rect r="r" b="b" t="t" l="l"/>
            <a:pathLst>
              <a:path h="1154204" w="3306313">
                <a:moveTo>
                  <a:pt x="0" y="0"/>
                </a:moveTo>
                <a:lnTo>
                  <a:pt x="3306313" y="0"/>
                </a:lnTo>
                <a:lnTo>
                  <a:pt x="3306313" y="1154204"/>
                </a:lnTo>
                <a:lnTo>
                  <a:pt x="0" y="1154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17791" y="8135398"/>
            <a:ext cx="713990" cy="1283315"/>
          </a:xfrm>
          <a:custGeom>
            <a:avLst/>
            <a:gdLst/>
            <a:ahLst/>
            <a:cxnLst/>
            <a:rect r="r" b="b" t="t" l="l"/>
            <a:pathLst>
              <a:path h="1283315" w="713990">
                <a:moveTo>
                  <a:pt x="0" y="0"/>
                </a:moveTo>
                <a:lnTo>
                  <a:pt x="713990" y="0"/>
                </a:lnTo>
                <a:lnTo>
                  <a:pt x="713990" y="1283315"/>
                </a:lnTo>
                <a:lnTo>
                  <a:pt x="0" y="1283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34212" y="-1397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59300" y="1172795"/>
            <a:ext cx="3895199" cy="1359779"/>
          </a:xfrm>
          <a:custGeom>
            <a:avLst/>
            <a:gdLst/>
            <a:ahLst/>
            <a:cxnLst/>
            <a:rect r="r" b="b" t="t" l="l"/>
            <a:pathLst>
              <a:path h="1359779" w="3895199">
                <a:moveTo>
                  <a:pt x="0" y="0"/>
                </a:moveTo>
                <a:lnTo>
                  <a:pt x="3895199" y="0"/>
                </a:lnTo>
                <a:lnTo>
                  <a:pt x="3895199" y="1359778"/>
                </a:lnTo>
                <a:lnTo>
                  <a:pt x="0" y="1359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038456" y="3555153"/>
            <a:ext cx="3306313" cy="1154204"/>
          </a:xfrm>
          <a:custGeom>
            <a:avLst/>
            <a:gdLst/>
            <a:ahLst/>
            <a:cxnLst/>
            <a:rect r="r" b="b" t="t" l="l"/>
            <a:pathLst>
              <a:path h="1154204" w="3306313">
                <a:moveTo>
                  <a:pt x="0" y="0"/>
                </a:moveTo>
                <a:lnTo>
                  <a:pt x="3306312" y="0"/>
                </a:lnTo>
                <a:lnTo>
                  <a:pt x="3306312" y="1154203"/>
                </a:lnTo>
                <a:lnTo>
                  <a:pt x="0" y="11542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0430" y="1454257"/>
            <a:ext cx="15730238" cy="7804043"/>
            <a:chOff x="0" y="0"/>
            <a:chExt cx="19039262" cy="94457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39261" cy="9445707"/>
            </a:xfrm>
            <a:custGeom>
              <a:avLst/>
              <a:gdLst/>
              <a:ahLst/>
              <a:cxnLst/>
              <a:rect r="r" b="b" t="t" l="l"/>
              <a:pathLst>
                <a:path h="9445707" w="19039261">
                  <a:moveTo>
                    <a:pt x="18642611" y="944571"/>
                  </a:moveTo>
                  <a:cubicBezTo>
                    <a:pt x="18642611" y="850114"/>
                    <a:pt x="18642611" y="661199"/>
                    <a:pt x="18642611" y="566742"/>
                  </a:cubicBezTo>
                  <a:lnTo>
                    <a:pt x="18245959" y="566742"/>
                  </a:lnTo>
                  <a:lnTo>
                    <a:pt x="18245959" y="377828"/>
                  </a:lnTo>
                  <a:lnTo>
                    <a:pt x="17849307" y="377828"/>
                  </a:lnTo>
                  <a:lnTo>
                    <a:pt x="17849307" y="188914"/>
                  </a:lnTo>
                  <a:cubicBezTo>
                    <a:pt x="17650982" y="188914"/>
                    <a:pt x="17254331" y="188914"/>
                    <a:pt x="17056005" y="188914"/>
                  </a:cubicBezTo>
                  <a:lnTo>
                    <a:pt x="17056005" y="0"/>
                  </a:lnTo>
                  <a:cubicBezTo>
                    <a:pt x="12034400" y="0"/>
                    <a:pt x="7004862" y="0"/>
                    <a:pt x="1983256" y="0"/>
                  </a:cubicBezTo>
                  <a:lnTo>
                    <a:pt x="1983256" y="188914"/>
                  </a:lnTo>
                  <a:cubicBezTo>
                    <a:pt x="1784931" y="188914"/>
                    <a:pt x="1388280" y="188914"/>
                    <a:pt x="1189954" y="188914"/>
                  </a:cubicBezTo>
                  <a:lnTo>
                    <a:pt x="1189954" y="377828"/>
                  </a:lnTo>
                  <a:lnTo>
                    <a:pt x="793303" y="377828"/>
                  </a:lnTo>
                  <a:lnTo>
                    <a:pt x="793303" y="566742"/>
                  </a:lnTo>
                  <a:lnTo>
                    <a:pt x="396651" y="566742"/>
                  </a:lnTo>
                  <a:cubicBezTo>
                    <a:pt x="396651" y="661199"/>
                    <a:pt x="396651" y="850114"/>
                    <a:pt x="396651" y="944571"/>
                  </a:cubicBezTo>
                  <a:lnTo>
                    <a:pt x="0" y="944571"/>
                  </a:lnTo>
                  <a:cubicBezTo>
                    <a:pt x="0" y="3462796"/>
                    <a:pt x="0" y="5982911"/>
                    <a:pt x="0" y="8501136"/>
                  </a:cubicBezTo>
                  <a:lnTo>
                    <a:pt x="396651" y="8501136"/>
                  </a:lnTo>
                  <a:cubicBezTo>
                    <a:pt x="396651" y="8595593"/>
                    <a:pt x="396651" y="8784507"/>
                    <a:pt x="396651" y="8878964"/>
                  </a:cubicBezTo>
                  <a:lnTo>
                    <a:pt x="793303" y="8878964"/>
                  </a:lnTo>
                  <a:lnTo>
                    <a:pt x="793303" y="9067879"/>
                  </a:lnTo>
                  <a:lnTo>
                    <a:pt x="1189954" y="9067879"/>
                  </a:lnTo>
                  <a:lnTo>
                    <a:pt x="1189954" y="9256793"/>
                  </a:lnTo>
                  <a:cubicBezTo>
                    <a:pt x="1388280" y="9256793"/>
                    <a:pt x="1784931" y="9256793"/>
                    <a:pt x="1983256" y="9256793"/>
                  </a:cubicBezTo>
                  <a:lnTo>
                    <a:pt x="1983256" y="9445707"/>
                  </a:lnTo>
                  <a:cubicBezTo>
                    <a:pt x="7004862" y="9445707"/>
                    <a:pt x="12034400" y="9445707"/>
                    <a:pt x="17056005" y="9445707"/>
                  </a:cubicBezTo>
                  <a:lnTo>
                    <a:pt x="17056005" y="9256793"/>
                  </a:lnTo>
                  <a:cubicBezTo>
                    <a:pt x="17254331" y="9256793"/>
                    <a:pt x="17650982" y="9256793"/>
                    <a:pt x="17849307" y="9256793"/>
                  </a:cubicBezTo>
                  <a:lnTo>
                    <a:pt x="17849307" y="9067879"/>
                  </a:lnTo>
                  <a:lnTo>
                    <a:pt x="18245959" y="9067879"/>
                  </a:lnTo>
                  <a:lnTo>
                    <a:pt x="18245959" y="8878964"/>
                  </a:lnTo>
                  <a:lnTo>
                    <a:pt x="18642611" y="8878964"/>
                  </a:lnTo>
                  <a:cubicBezTo>
                    <a:pt x="18642611" y="8784507"/>
                    <a:pt x="18642611" y="8595593"/>
                    <a:pt x="18642611" y="8501136"/>
                  </a:cubicBezTo>
                  <a:lnTo>
                    <a:pt x="19039261" y="8501136"/>
                  </a:lnTo>
                  <a:cubicBezTo>
                    <a:pt x="19039261" y="5982911"/>
                    <a:pt x="19039261" y="3462796"/>
                    <a:pt x="19039261" y="944571"/>
                  </a:cubicBezTo>
                  <a:lnTo>
                    <a:pt x="18642611" y="944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012263" y="615433"/>
            <a:ext cx="880395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TECNOLOGIA UTILIZADAS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78089" y="2379149"/>
            <a:ext cx="2345135" cy="3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b="true" sz="2099">
                <a:solidFill>
                  <a:srgbClr val="000000"/>
                </a:solidFill>
                <a:latin typeface="Stanger Bold"/>
                <a:ea typeface="Stanger Bold"/>
                <a:cs typeface="Stanger Bold"/>
                <a:sym typeface="Stanger Bold"/>
              </a:rPr>
              <a:t>FRONTEND</a:t>
            </a:r>
          </a:p>
        </p:txBody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2054555" y="3131964"/>
            <a:ext cx="1166409" cy="1184844"/>
            <a:chOff x="0" y="0"/>
            <a:chExt cx="1555212" cy="1579792"/>
          </a:xfrm>
        </p:grpSpPr>
        <p:sp>
          <p:nvSpPr>
            <p:cNvPr name="Freeform 27" id="27" descr="Imagen que contiene dibujo  El contenido generado por IA puede ser incorrecto."/>
            <p:cNvSpPr/>
            <p:nvPr/>
          </p:nvSpPr>
          <p:spPr>
            <a:xfrm flipH="false" flipV="false" rot="0">
              <a:off x="0" y="0"/>
              <a:ext cx="1555242" cy="1579753"/>
            </a:xfrm>
            <a:custGeom>
              <a:avLst/>
              <a:gdLst/>
              <a:ahLst/>
              <a:cxnLst/>
              <a:rect r="r" b="b" t="t" l="l"/>
              <a:pathLst>
                <a:path h="1579753" w="1555242">
                  <a:moveTo>
                    <a:pt x="0" y="0"/>
                  </a:moveTo>
                  <a:lnTo>
                    <a:pt x="1555242" y="0"/>
                  </a:lnTo>
                  <a:lnTo>
                    <a:pt x="1555242" y="1579753"/>
                  </a:lnTo>
                  <a:lnTo>
                    <a:pt x="0" y="1579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790" t="0" r="-788" b="-2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527071" y="3131964"/>
            <a:ext cx="1225542" cy="1182680"/>
            <a:chOff x="0" y="0"/>
            <a:chExt cx="1634056" cy="1576906"/>
          </a:xfrm>
        </p:grpSpPr>
        <p:sp>
          <p:nvSpPr>
            <p:cNvPr name="Freeform 29" id="29" descr="Imagen que contiene texto, dibujo, señal  El contenido generado por IA puede ser incorrecto."/>
            <p:cNvSpPr/>
            <p:nvPr/>
          </p:nvSpPr>
          <p:spPr>
            <a:xfrm flipH="false" flipV="false" rot="0">
              <a:off x="0" y="0"/>
              <a:ext cx="1634109" cy="1576959"/>
            </a:xfrm>
            <a:custGeom>
              <a:avLst/>
              <a:gdLst/>
              <a:ahLst/>
              <a:cxnLst/>
              <a:rect r="r" b="b" t="t" l="l"/>
              <a:pathLst>
                <a:path h="1576959" w="1634109">
                  <a:moveTo>
                    <a:pt x="0" y="0"/>
                  </a:moveTo>
                  <a:lnTo>
                    <a:pt x="1634109" y="0"/>
                  </a:lnTo>
                  <a:lnTo>
                    <a:pt x="1634109" y="1576959"/>
                  </a:lnTo>
                  <a:lnTo>
                    <a:pt x="0" y="1576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124" r="3" b="-1120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5057413" y="3063914"/>
            <a:ext cx="1194952" cy="1250730"/>
            <a:chOff x="0" y="0"/>
            <a:chExt cx="1914892" cy="2004276"/>
          </a:xfrm>
        </p:grpSpPr>
        <p:sp>
          <p:nvSpPr>
            <p:cNvPr name="Freeform 31" id="31" descr="Icono  El contenido generado por IA puede ser incorrecto."/>
            <p:cNvSpPr/>
            <p:nvPr/>
          </p:nvSpPr>
          <p:spPr>
            <a:xfrm flipH="false" flipV="false" rot="0">
              <a:off x="0" y="0"/>
              <a:ext cx="1914906" cy="2004314"/>
            </a:xfrm>
            <a:custGeom>
              <a:avLst/>
              <a:gdLst/>
              <a:ahLst/>
              <a:cxnLst/>
              <a:rect r="r" b="b" t="t" l="l"/>
              <a:pathLst>
                <a:path h="2004314" w="1914906">
                  <a:moveTo>
                    <a:pt x="0" y="0"/>
                  </a:moveTo>
                  <a:lnTo>
                    <a:pt x="1914906" y="0"/>
                  </a:lnTo>
                  <a:lnTo>
                    <a:pt x="1914906" y="2004314"/>
                  </a:lnTo>
                  <a:lnTo>
                    <a:pt x="0" y="2004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2333" t="0" r="-2333" b="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427697" y="2365713"/>
            <a:ext cx="2345135" cy="3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b="true" sz="2099">
                <a:solidFill>
                  <a:srgbClr val="000000"/>
                </a:solidFill>
                <a:latin typeface="Stanger Bold"/>
                <a:ea typeface="Stanger Bold"/>
                <a:cs typeface="Stanger Bold"/>
                <a:sym typeface="Stanger Bold"/>
              </a:rPr>
              <a:t>BACKEND</a:t>
            </a:r>
          </a:p>
        </p:txBody>
      </p: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7587906" y="2939809"/>
            <a:ext cx="2196175" cy="1501104"/>
            <a:chOff x="0" y="0"/>
            <a:chExt cx="3685254" cy="2518902"/>
          </a:xfrm>
        </p:grpSpPr>
        <p:sp>
          <p:nvSpPr>
            <p:cNvPr name="Freeform 34" id="34" descr="Icono  El contenido generado por IA puede ser incorrecto."/>
            <p:cNvSpPr/>
            <p:nvPr/>
          </p:nvSpPr>
          <p:spPr>
            <a:xfrm flipH="false" flipV="false" rot="0">
              <a:off x="0" y="0"/>
              <a:ext cx="3685286" cy="2518918"/>
            </a:xfrm>
            <a:custGeom>
              <a:avLst/>
              <a:gdLst/>
              <a:ahLst/>
              <a:cxnLst/>
              <a:rect r="r" b="b" t="t" l="l"/>
              <a:pathLst>
                <a:path h="2518918" w="3685286">
                  <a:moveTo>
                    <a:pt x="0" y="0"/>
                  </a:moveTo>
                  <a:lnTo>
                    <a:pt x="3685286" y="0"/>
                  </a:lnTo>
                  <a:lnTo>
                    <a:pt x="3685286" y="2518918"/>
                  </a:lnTo>
                  <a:lnTo>
                    <a:pt x="0" y="2518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1781" r="0" b="-1781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406110" y="2340305"/>
            <a:ext cx="2345135" cy="3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b="true" sz="2099">
                <a:solidFill>
                  <a:srgbClr val="000000"/>
                </a:solidFill>
                <a:latin typeface="Stanger Bold"/>
                <a:ea typeface="Stanger Bold"/>
                <a:cs typeface="Stanger Bold"/>
                <a:sym typeface="Stanger Bold"/>
              </a:rPr>
              <a:t>BASE DE DATOS</a:t>
            </a:r>
          </a:p>
        </p:txBody>
      </p:sp>
      <p:grpSp>
        <p:nvGrpSpPr>
          <p:cNvPr name="Group 36" id="36"/>
          <p:cNvGrpSpPr>
            <a:grpSpLocks noChangeAspect="true"/>
          </p:cNvGrpSpPr>
          <p:nvPr/>
        </p:nvGrpSpPr>
        <p:grpSpPr>
          <a:xfrm rot="0">
            <a:off x="11786517" y="3025070"/>
            <a:ext cx="3584319" cy="1330583"/>
            <a:chOff x="0" y="0"/>
            <a:chExt cx="4779092" cy="1774110"/>
          </a:xfrm>
        </p:grpSpPr>
        <p:sp>
          <p:nvSpPr>
            <p:cNvPr name="Freeform 37" id="37" descr="Logotipo, nombre de la empresa  El contenido generado por IA puede ser incorrecto."/>
            <p:cNvSpPr/>
            <p:nvPr/>
          </p:nvSpPr>
          <p:spPr>
            <a:xfrm flipH="false" flipV="false" rot="0">
              <a:off x="0" y="0"/>
              <a:ext cx="4779137" cy="1774063"/>
            </a:xfrm>
            <a:custGeom>
              <a:avLst/>
              <a:gdLst/>
              <a:ahLst/>
              <a:cxnLst/>
              <a:rect r="r" b="b" t="t" l="l"/>
              <a:pathLst>
                <a:path h="1774063" w="4779137">
                  <a:moveTo>
                    <a:pt x="0" y="0"/>
                  </a:moveTo>
                  <a:lnTo>
                    <a:pt x="4779137" y="0"/>
                  </a:lnTo>
                  <a:lnTo>
                    <a:pt x="4779137" y="1774063"/>
                  </a:lnTo>
                  <a:lnTo>
                    <a:pt x="0" y="1774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79" r="0" b="-281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490844" y="5770826"/>
            <a:ext cx="2576799" cy="3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b="true" sz="2099">
                <a:solidFill>
                  <a:srgbClr val="000000"/>
                </a:solidFill>
                <a:latin typeface="Stanger Bold"/>
                <a:ea typeface="Stanger Bold"/>
                <a:cs typeface="Stanger Bold"/>
                <a:sym typeface="Stanger Bold"/>
              </a:rPr>
              <a:t>AUTENTICACION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3060562" y="6524443"/>
            <a:ext cx="1437363" cy="1390390"/>
            <a:chOff x="0" y="0"/>
            <a:chExt cx="1916484" cy="1853854"/>
          </a:xfrm>
        </p:grpSpPr>
        <p:sp>
          <p:nvSpPr>
            <p:cNvPr name="Freeform 40" id="40" descr="Historia del logo de Google - Rótulos Matesanz"/>
            <p:cNvSpPr/>
            <p:nvPr/>
          </p:nvSpPr>
          <p:spPr>
            <a:xfrm flipH="false" flipV="false" rot="0">
              <a:off x="0" y="0"/>
              <a:ext cx="1916430" cy="1853819"/>
            </a:xfrm>
            <a:custGeom>
              <a:avLst/>
              <a:gdLst/>
              <a:ahLst/>
              <a:cxnLst/>
              <a:rect r="r" b="b" t="t" l="l"/>
              <a:pathLst>
                <a:path h="1853819" w="1916430">
                  <a:moveTo>
                    <a:pt x="0" y="0"/>
                  </a:moveTo>
                  <a:lnTo>
                    <a:pt x="1916430" y="0"/>
                  </a:lnTo>
                  <a:lnTo>
                    <a:pt x="1916430" y="1853819"/>
                  </a:lnTo>
                  <a:lnTo>
                    <a:pt x="0" y="1853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689" r="-2" b="-1691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199572" y="5770826"/>
            <a:ext cx="3783525" cy="3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b="true" sz="2099">
                <a:solidFill>
                  <a:srgbClr val="000000"/>
                </a:solidFill>
                <a:latin typeface="Stanger Bold"/>
                <a:ea typeface="Stanger Bold"/>
                <a:cs typeface="Stanger Bold"/>
                <a:sym typeface="Stanger Bold"/>
              </a:rPr>
              <a:t>CONTROL DE VERSIONES</a:t>
            </a:r>
          </a:p>
        </p:txBody>
      </p: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5804344" y="6524443"/>
            <a:ext cx="2110864" cy="1183560"/>
            <a:chOff x="0" y="0"/>
            <a:chExt cx="2814486" cy="1578080"/>
          </a:xfrm>
        </p:grpSpPr>
        <p:sp>
          <p:nvSpPr>
            <p:cNvPr name="Freeform 43" id="43" descr="Icono  El contenido generado por IA puede ser incorrecto."/>
            <p:cNvSpPr/>
            <p:nvPr/>
          </p:nvSpPr>
          <p:spPr>
            <a:xfrm flipH="false" flipV="false" rot="0">
              <a:off x="0" y="0"/>
              <a:ext cx="2814447" cy="1578102"/>
            </a:xfrm>
            <a:custGeom>
              <a:avLst/>
              <a:gdLst/>
              <a:ahLst/>
              <a:cxnLst/>
              <a:rect r="r" b="b" t="t" l="l"/>
              <a:pathLst>
                <a:path h="1578102" w="2814447">
                  <a:moveTo>
                    <a:pt x="0" y="0"/>
                  </a:moveTo>
                  <a:lnTo>
                    <a:pt x="2814447" y="0"/>
                  </a:lnTo>
                  <a:lnTo>
                    <a:pt x="2814447" y="1578102"/>
                  </a:lnTo>
                  <a:lnTo>
                    <a:pt x="0" y="1578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62" t="0" r="-63" b="1"/>
              </a:stretch>
            </a:blipFill>
          </p:spPr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7999207" y="6506007"/>
            <a:ext cx="2295219" cy="1220432"/>
            <a:chOff x="0" y="0"/>
            <a:chExt cx="3060292" cy="1627242"/>
          </a:xfrm>
        </p:grpSpPr>
        <p:sp>
          <p:nvSpPr>
            <p:cNvPr name="Freeform 45" id="45" descr="Logotipo, nombre de la empresa  El contenido generado por IA puede ser incorrecto."/>
            <p:cNvSpPr/>
            <p:nvPr/>
          </p:nvSpPr>
          <p:spPr>
            <a:xfrm flipH="false" flipV="false" rot="0">
              <a:off x="0" y="0"/>
              <a:ext cx="3060319" cy="1627251"/>
            </a:xfrm>
            <a:custGeom>
              <a:avLst/>
              <a:gdLst/>
              <a:ahLst/>
              <a:cxnLst/>
              <a:rect r="r" b="b" t="t" l="l"/>
              <a:pathLst>
                <a:path h="1627251" w="3060319">
                  <a:moveTo>
                    <a:pt x="0" y="0"/>
                  </a:moveTo>
                  <a:lnTo>
                    <a:pt x="3060319" y="0"/>
                  </a:lnTo>
                  <a:lnTo>
                    <a:pt x="3060319" y="1627251"/>
                  </a:lnTo>
                  <a:lnTo>
                    <a:pt x="0" y="1627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2658" r="0" b="-2657"/>
              </a:stretch>
            </a:blipFill>
          </p:spPr>
        </p:sp>
      </p:grpSp>
      <p:grpSp>
        <p:nvGrpSpPr>
          <p:cNvPr name="Group 46" id="46"/>
          <p:cNvGrpSpPr>
            <a:grpSpLocks noChangeAspect="true"/>
          </p:cNvGrpSpPr>
          <p:nvPr/>
        </p:nvGrpSpPr>
        <p:grpSpPr>
          <a:xfrm rot="0">
            <a:off x="10380151" y="6506007"/>
            <a:ext cx="2048645" cy="1268823"/>
            <a:chOff x="0" y="0"/>
            <a:chExt cx="2731526" cy="16917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31516" cy="1691767"/>
            </a:xfrm>
            <a:custGeom>
              <a:avLst/>
              <a:gdLst/>
              <a:ahLst/>
              <a:cxnLst/>
              <a:rect r="r" b="b" t="t" l="l"/>
              <a:pathLst>
                <a:path h="1691767" w="2731516">
                  <a:moveTo>
                    <a:pt x="0" y="0"/>
                  </a:moveTo>
                  <a:lnTo>
                    <a:pt x="2731516" y="0"/>
                  </a:lnTo>
                  <a:lnTo>
                    <a:pt x="2731516" y="1691767"/>
                  </a:lnTo>
                  <a:lnTo>
                    <a:pt x="0" y="169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3722" r="0" b="-3722"/>
              </a:stretch>
            </a:blipFill>
          </p:spPr>
        </p:sp>
      </p:grp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13061865" y="6155885"/>
            <a:ext cx="2053253" cy="1979513"/>
            <a:chOff x="0" y="0"/>
            <a:chExt cx="2737670" cy="26393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7612" cy="2639314"/>
            </a:xfrm>
            <a:custGeom>
              <a:avLst/>
              <a:gdLst/>
              <a:ahLst/>
              <a:cxnLst/>
              <a:rect r="r" b="b" t="t" l="l"/>
              <a:pathLst>
                <a:path h="2639314" w="2737612">
                  <a:moveTo>
                    <a:pt x="0" y="0"/>
                  </a:moveTo>
                  <a:lnTo>
                    <a:pt x="2737612" y="0"/>
                  </a:lnTo>
                  <a:lnTo>
                    <a:pt x="2737612" y="2639314"/>
                  </a:lnTo>
                  <a:lnTo>
                    <a:pt x="0" y="2639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1862" r="-2" b="-1863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2196729" y="5770826"/>
            <a:ext cx="3783525" cy="3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b="true" sz="2099">
                <a:solidFill>
                  <a:srgbClr val="000000"/>
                </a:solidFill>
                <a:latin typeface="Stanger Bold"/>
                <a:ea typeface="Stanger Bold"/>
                <a:cs typeface="Stanger Bold"/>
                <a:sym typeface="Stanger Bold"/>
              </a:rPr>
              <a:t>DISEÑO</a:t>
            </a:r>
          </a:p>
        </p:txBody>
      </p:sp>
      <p:grpSp>
        <p:nvGrpSpPr>
          <p:cNvPr name="Group 51" id="51"/>
          <p:cNvGrpSpPr>
            <a:grpSpLocks noChangeAspect="true"/>
          </p:cNvGrpSpPr>
          <p:nvPr/>
        </p:nvGrpSpPr>
        <p:grpSpPr>
          <a:xfrm rot="0">
            <a:off x="13821741" y="0"/>
            <a:ext cx="4466259" cy="1116565"/>
            <a:chOff x="0" y="0"/>
            <a:chExt cx="6282812" cy="1570704"/>
          </a:xfrm>
        </p:grpSpPr>
        <p:sp>
          <p:nvSpPr>
            <p:cNvPr name="Freeform 52" id="52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9798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17907" y="0"/>
            <a:ext cx="18818376" cy="9418713"/>
            <a:chOff x="0" y="0"/>
            <a:chExt cx="25091168" cy="12558284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2558284" cy="12558284"/>
            </a:xfrm>
            <a:custGeom>
              <a:avLst/>
              <a:gdLst/>
              <a:ahLst/>
              <a:cxnLst/>
              <a:rect r="r" b="b" t="t" l="l"/>
              <a:pathLst>
                <a:path h="12558284" w="12558284">
                  <a:moveTo>
                    <a:pt x="12558284" y="0"/>
                  </a:moveTo>
                  <a:lnTo>
                    <a:pt x="0" y="0"/>
                  </a:lnTo>
                  <a:lnTo>
                    <a:pt x="0" y="12558284"/>
                  </a:lnTo>
                  <a:lnTo>
                    <a:pt x="12558284" y="12558284"/>
                  </a:lnTo>
                  <a:lnTo>
                    <a:pt x="12558284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2532884" y="0"/>
              <a:ext cx="12558284" cy="12558284"/>
            </a:xfrm>
            <a:custGeom>
              <a:avLst/>
              <a:gdLst/>
              <a:ahLst/>
              <a:cxnLst/>
              <a:rect r="r" b="b" t="t" l="l"/>
              <a:pathLst>
                <a:path h="12558284" w="12558284">
                  <a:moveTo>
                    <a:pt x="12558284" y="0"/>
                  </a:moveTo>
                  <a:lnTo>
                    <a:pt x="0" y="0"/>
                  </a:lnTo>
                  <a:lnTo>
                    <a:pt x="0" y="12558284"/>
                  </a:lnTo>
                  <a:lnTo>
                    <a:pt x="12558284" y="12558284"/>
                  </a:lnTo>
                  <a:lnTo>
                    <a:pt x="12558284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284799" y="8696849"/>
            <a:ext cx="6606214" cy="996938"/>
          </a:xfrm>
          <a:custGeom>
            <a:avLst/>
            <a:gdLst/>
            <a:ahLst/>
            <a:cxnLst/>
            <a:rect r="r" b="b" t="t" l="l"/>
            <a:pathLst>
              <a:path h="996938" w="6606214">
                <a:moveTo>
                  <a:pt x="0" y="0"/>
                </a:moveTo>
                <a:lnTo>
                  <a:pt x="6606215" y="0"/>
                </a:lnTo>
                <a:lnTo>
                  <a:pt x="6606215" y="996938"/>
                </a:lnTo>
                <a:lnTo>
                  <a:pt x="0" y="996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91014" y="8696849"/>
            <a:ext cx="6606214" cy="996938"/>
          </a:xfrm>
          <a:custGeom>
            <a:avLst/>
            <a:gdLst/>
            <a:ahLst/>
            <a:cxnLst/>
            <a:rect r="r" b="b" t="t" l="l"/>
            <a:pathLst>
              <a:path h="996938" w="6606214">
                <a:moveTo>
                  <a:pt x="0" y="0"/>
                </a:moveTo>
                <a:lnTo>
                  <a:pt x="6606214" y="0"/>
                </a:lnTo>
                <a:lnTo>
                  <a:pt x="6606214" y="996938"/>
                </a:lnTo>
                <a:lnTo>
                  <a:pt x="0" y="996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804322" y="1529155"/>
            <a:ext cx="3895199" cy="1359779"/>
          </a:xfrm>
          <a:custGeom>
            <a:avLst/>
            <a:gdLst/>
            <a:ahLst/>
            <a:cxnLst/>
            <a:rect r="r" b="b" t="t" l="l"/>
            <a:pathLst>
              <a:path h="1359779" w="3895199">
                <a:moveTo>
                  <a:pt x="0" y="0"/>
                </a:moveTo>
                <a:lnTo>
                  <a:pt x="3895199" y="0"/>
                </a:lnTo>
                <a:lnTo>
                  <a:pt x="3895199" y="1359779"/>
                </a:lnTo>
                <a:lnTo>
                  <a:pt x="0" y="135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1075" y="3369438"/>
            <a:ext cx="3306313" cy="1154204"/>
          </a:xfrm>
          <a:custGeom>
            <a:avLst/>
            <a:gdLst/>
            <a:ahLst/>
            <a:cxnLst/>
            <a:rect r="r" b="b" t="t" l="l"/>
            <a:pathLst>
              <a:path h="1154204" w="3306313">
                <a:moveTo>
                  <a:pt x="0" y="0"/>
                </a:moveTo>
                <a:lnTo>
                  <a:pt x="3306312" y="0"/>
                </a:lnTo>
                <a:lnTo>
                  <a:pt x="3306312" y="1154204"/>
                </a:lnTo>
                <a:lnTo>
                  <a:pt x="0" y="1154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99712" y="1028700"/>
            <a:ext cx="1906821" cy="8390013"/>
          </a:xfrm>
          <a:custGeom>
            <a:avLst/>
            <a:gdLst/>
            <a:ahLst/>
            <a:cxnLst/>
            <a:rect r="r" b="b" t="t" l="l"/>
            <a:pathLst>
              <a:path h="8390013" w="1906821">
                <a:moveTo>
                  <a:pt x="1906821" y="0"/>
                </a:moveTo>
                <a:lnTo>
                  <a:pt x="0" y="0"/>
                </a:lnTo>
                <a:lnTo>
                  <a:pt x="0" y="8390013"/>
                </a:lnTo>
                <a:lnTo>
                  <a:pt x="1906821" y="8390013"/>
                </a:lnTo>
                <a:lnTo>
                  <a:pt x="190682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899224" y="3887104"/>
            <a:ext cx="1649425" cy="5531609"/>
          </a:xfrm>
          <a:custGeom>
            <a:avLst/>
            <a:gdLst/>
            <a:ahLst/>
            <a:cxnLst/>
            <a:rect r="r" b="b" t="t" l="l"/>
            <a:pathLst>
              <a:path h="5531609" w="1649425">
                <a:moveTo>
                  <a:pt x="0" y="0"/>
                </a:moveTo>
                <a:lnTo>
                  <a:pt x="1649425" y="0"/>
                </a:lnTo>
                <a:lnTo>
                  <a:pt x="1649425" y="5531609"/>
                </a:lnTo>
                <a:lnTo>
                  <a:pt x="0" y="55316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292408" y="5494974"/>
            <a:ext cx="1034440" cy="3923739"/>
          </a:xfrm>
          <a:custGeom>
            <a:avLst/>
            <a:gdLst/>
            <a:ahLst/>
            <a:cxnLst/>
            <a:rect r="r" b="b" t="t" l="l"/>
            <a:pathLst>
              <a:path h="3923739" w="1034440">
                <a:moveTo>
                  <a:pt x="0" y="0"/>
                </a:moveTo>
                <a:lnTo>
                  <a:pt x="1034440" y="0"/>
                </a:lnTo>
                <a:lnTo>
                  <a:pt x="1034440" y="3923739"/>
                </a:lnTo>
                <a:lnTo>
                  <a:pt x="0" y="392373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76274" y="5143500"/>
            <a:ext cx="2215338" cy="4275213"/>
          </a:xfrm>
          <a:custGeom>
            <a:avLst/>
            <a:gdLst/>
            <a:ahLst/>
            <a:cxnLst/>
            <a:rect r="r" b="b" t="t" l="l"/>
            <a:pathLst>
              <a:path h="4275213" w="2215338">
                <a:moveTo>
                  <a:pt x="0" y="0"/>
                </a:moveTo>
                <a:lnTo>
                  <a:pt x="2215338" y="0"/>
                </a:lnTo>
                <a:lnTo>
                  <a:pt x="2215338" y="4275213"/>
                </a:lnTo>
                <a:lnTo>
                  <a:pt x="0" y="42752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844039" y="6652908"/>
            <a:ext cx="568247" cy="2765805"/>
          </a:xfrm>
          <a:custGeom>
            <a:avLst/>
            <a:gdLst/>
            <a:ahLst/>
            <a:cxnLst/>
            <a:rect r="r" b="b" t="t" l="l"/>
            <a:pathLst>
              <a:path h="2765805" w="568247">
                <a:moveTo>
                  <a:pt x="0" y="0"/>
                </a:moveTo>
                <a:lnTo>
                  <a:pt x="568248" y="0"/>
                </a:lnTo>
                <a:lnTo>
                  <a:pt x="568248" y="2765805"/>
                </a:lnTo>
                <a:lnTo>
                  <a:pt x="0" y="27658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569088" y="6652908"/>
            <a:ext cx="568247" cy="2765805"/>
          </a:xfrm>
          <a:custGeom>
            <a:avLst/>
            <a:gdLst/>
            <a:ahLst/>
            <a:cxnLst/>
            <a:rect r="r" b="b" t="t" l="l"/>
            <a:pathLst>
              <a:path h="2765805" w="568247">
                <a:moveTo>
                  <a:pt x="0" y="0"/>
                </a:moveTo>
                <a:lnTo>
                  <a:pt x="568248" y="0"/>
                </a:lnTo>
                <a:lnTo>
                  <a:pt x="568248" y="2765805"/>
                </a:lnTo>
                <a:lnTo>
                  <a:pt x="0" y="27658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017791" y="8135398"/>
            <a:ext cx="713990" cy="1283315"/>
          </a:xfrm>
          <a:custGeom>
            <a:avLst/>
            <a:gdLst/>
            <a:ahLst/>
            <a:cxnLst/>
            <a:rect r="r" b="b" t="t" l="l"/>
            <a:pathLst>
              <a:path h="1283315" w="713990">
                <a:moveTo>
                  <a:pt x="0" y="0"/>
                </a:moveTo>
                <a:lnTo>
                  <a:pt x="713990" y="0"/>
                </a:lnTo>
                <a:lnTo>
                  <a:pt x="713990" y="1283315"/>
                </a:lnTo>
                <a:lnTo>
                  <a:pt x="0" y="128331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34212" y="-1397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528675" y="169377"/>
            <a:ext cx="3895199" cy="1359779"/>
          </a:xfrm>
          <a:custGeom>
            <a:avLst/>
            <a:gdLst/>
            <a:ahLst/>
            <a:cxnLst/>
            <a:rect r="r" b="b" t="t" l="l"/>
            <a:pathLst>
              <a:path h="1359779" w="3895199">
                <a:moveTo>
                  <a:pt x="0" y="0"/>
                </a:moveTo>
                <a:lnTo>
                  <a:pt x="3895199" y="0"/>
                </a:lnTo>
                <a:lnTo>
                  <a:pt x="3895199" y="1359778"/>
                </a:lnTo>
                <a:lnTo>
                  <a:pt x="0" y="1359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844072" y="2009659"/>
            <a:ext cx="3306313" cy="1154204"/>
          </a:xfrm>
          <a:custGeom>
            <a:avLst/>
            <a:gdLst/>
            <a:ahLst/>
            <a:cxnLst/>
            <a:rect r="r" b="b" t="t" l="l"/>
            <a:pathLst>
              <a:path h="1154204" w="3306313">
                <a:moveTo>
                  <a:pt x="0" y="0"/>
                </a:moveTo>
                <a:lnTo>
                  <a:pt x="3306312" y="0"/>
                </a:lnTo>
                <a:lnTo>
                  <a:pt x="3306312" y="1154204"/>
                </a:lnTo>
                <a:lnTo>
                  <a:pt x="0" y="1154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374786" y="3445638"/>
            <a:ext cx="9385041" cy="326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</a:pPr>
            <a:r>
              <a:rPr lang="en-US" b="true" sz="61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DEMOSTRACION DEL RESULTADO DEL PROYECTO</a:t>
            </a:r>
          </a:p>
          <a:p>
            <a:pPr algn="ctr">
              <a:lnSpc>
                <a:spcPts val="5551"/>
              </a:lnSpc>
            </a:pPr>
          </a:p>
          <a:p>
            <a:pPr algn="ctr">
              <a:lnSpc>
                <a:spcPts val="2821"/>
              </a:lnSpc>
            </a:pPr>
            <a:r>
              <a:rPr lang="en-US" b="true" sz="31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*EXPOSICION DEL SISTEMA*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0" y="0"/>
            <a:ext cx="4466259" cy="1116565"/>
            <a:chOff x="0" y="0"/>
            <a:chExt cx="6282812" cy="1570704"/>
          </a:xfrm>
        </p:grpSpPr>
        <p:sp>
          <p:nvSpPr>
            <p:cNvPr name="Freeform 31" id="31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34885" y="5387143"/>
            <a:ext cx="25441048" cy="5994285"/>
            <a:chOff x="0" y="0"/>
            <a:chExt cx="33921397" cy="7992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916333" y="0"/>
              <a:ext cx="17005063" cy="7992380"/>
            </a:xfrm>
            <a:custGeom>
              <a:avLst/>
              <a:gdLst/>
              <a:ahLst/>
              <a:cxnLst/>
              <a:rect r="r" b="b" t="t" l="l"/>
              <a:pathLst>
                <a:path h="7992380" w="17005063">
                  <a:moveTo>
                    <a:pt x="0" y="0"/>
                  </a:moveTo>
                  <a:lnTo>
                    <a:pt x="17005064" y="0"/>
                  </a:lnTo>
                  <a:lnTo>
                    <a:pt x="17005064" y="7992380"/>
                  </a:lnTo>
                  <a:lnTo>
                    <a:pt x="0" y="7992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05063" cy="7992380"/>
            </a:xfrm>
            <a:custGeom>
              <a:avLst/>
              <a:gdLst/>
              <a:ahLst/>
              <a:cxnLst/>
              <a:rect r="r" b="b" t="t" l="l"/>
              <a:pathLst>
                <a:path h="7992380" w="17005063">
                  <a:moveTo>
                    <a:pt x="0" y="0"/>
                  </a:moveTo>
                  <a:lnTo>
                    <a:pt x="17005063" y="0"/>
                  </a:lnTo>
                  <a:lnTo>
                    <a:pt x="17005063" y="7992380"/>
                  </a:lnTo>
                  <a:lnTo>
                    <a:pt x="0" y="7992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08382" y="0"/>
            <a:ext cx="18808851" cy="9418713"/>
            <a:chOff x="0" y="0"/>
            <a:chExt cx="25078468" cy="12558284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12520184" y="0"/>
              <a:ext cx="12558284" cy="12558284"/>
            </a:xfrm>
            <a:custGeom>
              <a:avLst/>
              <a:gdLst/>
              <a:ahLst/>
              <a:cxnLst/>
              <a:rect r="r" b="b" t="t" l="l"/>
              <a:pathLst>
                <a:path h="12558284" w="12558284">
                  <a:moveTo>
                    <a:pt x="12558284" y="0"/>
                  </a:moveTo>
                  <a:lnTo>
                    <a:pt x="0" y="0"/>
                  </a:lnTo>
                  <a:lnTo>
                    <a:pt x="0" y="12558284"/>
                  </a:lnTo>
                  <a:lnTo>
                    <a:pt x="12558284" y="12558284"/>
                  </a:lnTo>
                  <a:lnTo>
                    <a:pt x="12558284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0" y="25400"/>
              <a:ext cx="12532884" cy="12532884"/>
            </a:xfrm>
            <a:custGeom>
              <a:avLst/>
              <a:gdLst/>
              <a:ahLst/>
              <a:cxnLst/>
              <a:rect r="r" b="b" t="t" l="l"/>
              <a:pathLst>
                <a:path h="12532884" w="12532884">
                  <a:moveTo>
                    <a:pt x="12532884" y="0"/>
                  </a:moveTo>
                  <a:lnTo>
                    <a:pt x="0" y="0"/>
                  </a:lnTo>
                  <a:lnTo>
                    <a:pt x="0" y="12532884"/>
                  </a:lnTo>
                  <a:lnTo>
                    <a:pt x="12532884" y="12532884"/>
                  </a:lnTo>
                  <a:lnTo>
                    <a:pt x="12532884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480450" y="3933016"/>
            <a:ext cx="3328832" cy="1210484"/>
          </a:xfrm>
          <a:custGeom>
            <a:avLst/>
            <a:gdLst/>
            <a:ahLst/>
            <a:cxnLst/>
            <a:rect r="r" b="b" t="t" l="l"/>
            <a:pathLst>
              <a:path h="1210484" w="3328832">
                <a:moveTo>
                  <a:pt x="0" y="0"/>
                </a:moveTo>
                <a:lnTo>
                  <a:pt x="3328833" y="0"/>
                </a:lnTo>
                <a:lnTo>
                  <a:pt x="3328833" y="1210484"/>
                </a:lnTo>
                <a:lnTo>
                  <a:pt x="0" y="121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15590" y="-337853"/>
            <a:ext cx="3328832" cy="1210484"/>
          </a:xfrm>
          <a:custGeom>
            <a:avLst/>
            <a:gdLst/>
            <a:ahLst/>
            <a:cxnLst/>
            <a:rect r="r" b="b" t="t" l="l"/>
            <a:pathLst>
              <a:path h="1210484" w="3328832">
                <a:moveTo>
                  <a:pt x="0" y="0"/>
                </a:moveTo>
                <a:lnTo>
                  <a:pt x="3328833" y="0"/>
                </a:lnTo>
                <a:lnTo>
                  <a:pt x="3328833" y="1210484"/>
                </a:lnTo>
                <a:lnTo>
                  <a:pt x="0" y="121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3701556"/>
            <a:ext cx="2367933" cy="5840194"/>
          </a:xfrm>
          <a:custGeom>
            <a:avLst/>
            <a:gdLst/>
            <a:ahLst/>
            <a:cxnLst/>
            <a:rect r="r" b="b" t="t" l="l"/>
            <a:pathLst>
              <a:path h="5840194" w="2367933">
                <a:moveTo>
                  <a:pt x="0" y="0"/>
                </a:moveTo>
                <a:lnTo>
                  <a:pt x="2367933" y="0"/>
                </a:lnTo>
                <a:lnTo>
                  <a:pt x="2367933" y="5840194"/>
                </a:lnTo>
                <a:lnTo>
                  <a:pt x="0" y="5840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3578677" y="8135398"/>
            <a:ext cx="713990" cy="1283315"/>
          </a:xfrm>
          <a:custGeom>
            <a:avLst/>
            <a:gdLst/>
            <a:ahLst/>
            <a:cxnLst/>
            <a:rect r="r" b="b" t="t" l="l"/>
            <a:pathLst>
              <a:path h="1283315" w="713990">
                <a:moveTo>
                  <a:pt x="0" y="0"/>
                </a:moveTo>
                <a:lnTo>
                  <a:pt x="713990" y="0"/>
                </a:lnTo>
                <a:lnTo>
                  <a:pt x="713990" y="1283315"/>
                </a:lnTo>
                <a:lnTo>
                  <a:pt x="0" y="1283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730942" y="5501789"/>
            <a:ext cx="3916924" cy="3916924"/>
          </a:xfrm>
          <a:custGeom>
            <a:avLst/>
            <a:gdLst/>
            <a:ahLst/>
            <a:cxnLst/>
            <a:rect r="r" b="b" t="t" l="l"/>
            <a:pathLst>
              <a:path h="3916924" w="3916924">
                <a:moveTo>
                  <a:pt x="0" y="0"/>
                </a:moveTo>
                <a:lnTo>
                  <a:pt x="3916923" y="0"/>
                </a:lnTo>
                <a:lnTo>
                  <a:pt x="3916923" y="3916924"/>
                </a:lnTo>
                <a:lnTo>
                  <a:pt x="0" y="39169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7349857"/>
            <a:ext cx="1380491" cy="2068856"/>
          </a:xfrm>
          <a:custGeom>
            <a:avLst/>
            <a:gdLst/>
            <a:ahLst/>
            <a:cxnLst/>
            <a:rect r="r" b="b" t="t" l="l"/>
            <a:pathLst>
              <a:path h="2068856" w="1380491">
                <a:moveTo>
                  <a:pt x="0" y="0"/>
                </a:moveTo>
                <a:lnTo>
                  <a:pt x="1380491" y="0"/>
                </a:lnTo>
                <a:lnTo>
                  <a:pt x="1380491" y="2068856"/>
                </a:lnTo>
                <a:lnTo>
                  <a:pt x="0" y="20688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000792" y="7349857"/>
            <a:ext cx="1380491" cy="2068856"/>
          </a:xfrm>
          <a:custGeom>
            <a:avLst/>
            <a:gdLst/>
            <a:ahLst/>
            <a:cxnLst/>
            <a:rect r="r" b="b" t="t" l="l"/>
            <a:pathLst>
              <a:path h="2068856" w="1380491">
                <a:moveTo>
                  <a:pt x="0" y="0"/>
                </a:moveTo>
                <a:lnTo>
                  <a:pt x="1380491" y="0"/>
                </a:lnTo>
                <a:lnTo>
                  <a:pt x="1380491" y="2068856"/>
                </a:lnTo>
                <a:lnTo>
                  <a:pt x="0" y="20688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90246" y="9010966"/>
            <a:ext cx="3045994" cy="1096558"/>
          </a:xfrm>
          <a:custGeom>
            <a:avLst/>
            <a:gdLst/>
            <a:ahLst/>
            <a:cxnLst/>
            <a:rect r="r" b="b" t="t" l="l"/>
            <a:pathLst>
              <a:path h="1096558" w="3045994">
                <a:moveTo>
                  <a:pt x="0" y="0"/>
                </a:moveTo>
                <a:lnTo>
                  <a:pt x="3045994" y="0"/>
                </a:lnTo>
                <a:lnTo>
                  <a:pt x="3045994" y="1096558"/>
                </a:lnTo>
                <a:lnTo>
                  <a:pt x="0" y="109655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61818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86093" y="1454257"/>
            <a:ext cx="15730238" cy="7804043"/>
            <a:chOff x="0" y="0"/>
            <a:chExt cx="19039262" cy="94457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9261" cy="9445707"/>
            </a:xfrm>
            <a:custGeom>
              <a:avLst/>
              <a:gdLst/>
              <a:ahLst/>
              <a:cxnLst/>
              <a:rect r="r" b="b" t="t" l="l"/>
              <a:pathLst>
                <a:path h="9445707" w="19039261">
                  <a:moveTo>
                    <a:pt x="18642611" y="944571"/>
                  </a:moveTo>
                  <a:cubicBezTo>
                    <a:pt x="18642611" y="850114"/>
                    <a:pt x="18642611" y="661199"/>
                    <a:pt x="18642611" y="566742"/>
                  </a:cubicBezTo>
                  <a:lnTo>
                    <a:pt x="18245959" y="566742"/>
                  </a:lnTo>
                  <a:lnTo>
                    <a:pt x="18245959" y="377828"/>
                  </a:lnTo>
                  <a:lnTo>
                    <a:pt x="17849307" y="377828"/>
                  </a:lnTo>
                  <a:lnTo>
                    <a:pt x="17849307" y="188914"/>
                  </a:lnTo>
                  <a:cubicBezTo>
                    <a:pt x="17650982" y="188914"/>
                    <a:pt x="17254331" y="188914"/>
                    <a:pt x="17056005" y="188914"/>
                  </a:cubicBezTo>
                  <a:lnTo>
                    <a:pt x="17056005" y="0"/>
                  </a:lnTo>
                  <a:cubicBezTo>
                    <a:pt x="12034400" y="0"/>
                    <a:pt x="7004862" y="0"/>
                    <a:pt x="1983256" y="0"/>
                  </a:cubicBezTo>
                  <a:lnTo>
                    <a:pt x="1983256" y="188914"/>
                  </a:lnTo>
                  <a:cubicBezTo>
                    <a:pt x="1784931" y="188914"/>
                    <a:pt x="1388280" y="188914"/>
                    <a:pt x="1189954" y="188914"/>
                  </a:cubicBezTo>
                  <a:lnTo>
                    <a:pt x="1189954" y="377828"/>
                  </a:lnTo>
                  <a:lnTo>
                    <a:pt x="793303" y="377828"/>
                  </a:lnTo>
                  <a:lnTo>
                    <a:pt x="793303" y="566742"/>
                  </a:lnTo>
                  <a:lnTo>
                    <a:pt x="396651" y="566742"/>
                  </a:lnTo>
                  <a:cubicBezTo>
                    <a:pt x="396651" y="661199"/>
                    <a:pt x="396651" y="850114"/>
                    <a:pt x="396651" y="944571"/>
                  </a:cubicBezTo>
                  <a:lnTo>
                    <a:pt x="0" y="944571"/>
                  </a:lnTo>
                  <a:cubicBezTo>
                    <a:pt x="0" y="3462796"/>
                    <a:pt x="0" y="5982911"/>
                    <a:pt x="0" y="8501136"/>
                  </a:cubicBezTo>
                  <a:lnTo>
                    <a:pt x="396651" y="8501136"/>
                  </a:lnTo>
                  <a:cubicBezTo>
                    <a:pt x="396651" y="8595593"/>
                    <a:pt x="396651" y="8784507"/>
                    <a:pt x="396651" y="8878964"/>
                  </a:cubicBezTo>
                  <a:lnTo>
                    <a:pt x="793303" y="8878964"/>
                  </a:lnTo>
                  <a:lnTo>
                    <a:pt x="793303" y="9067879"/>
                  </a:lnTo>
                  <a:lnTo>
                    <a:pt x="1189954" y="9067879"/>
                  </a:lnTo>
                  <a:lnTo>
                    <a:pt x="1189954" y="9256793"/>
                  </a:lnTo>
                  <a:cubicBezTo>
                    <a:pt x="1388280" y="9256793"/>
                    <a:pt x="1784931" y="9256793"/>
                    <a:pt x="1983256" y="9256793"/>
                  </a:cubicBezTo>
                  <a:lnTo>
                    <a:pt x="1983256" y="9445707"/>
                  </a:lnTo>
                  <a:cubicBezTo>
                    <a:pt x="7004862" y="9445707"/>
                    <a:pt x="12034400" y="9445707"/>
                    <a:pt x="17056005" y="9445707"/>
                  </a:cubicBezTo>
                  <a:lnTo>
                    <a:pt x="17056005" y="9256793"/>
                  </a:lnTo>
                  <a:cubicBezTo>
                    <a:pt x="17254331" y="9256793"/>
                    <a:pt x="17650982" y="9256793"/>
                    <a:pt x="17849307" y="9256793"/>
                  </a:cubicBezTo>
                  <a:lnTo>
                    <a:pt x="17849307" y="9067879"/>
                  </a:lnTo>
                  <a:lnTo>
                    <a:pt x="18245959" y="9067879"/>
                  </a:lnTo>
                  <a:lnTo>
                    <a:pt x="18245959" y="8878964"/>
                  </a:lnTo>
                  <a:lnTo>
                    <a:pt x="18642611" y="8878964"/>
                  </a:lnTo>
                  <a:cubicBezTo>
                    <a:pt x="18642611" y="8784507"/>
                    <a:pt x="18642611" y="8595593"/>
                    <a:pt x="18642611" y="8501136"/>
                  </a:cubicBezTo>
                  <a:lnTo>
                    <a:pt x="19039261" y="8501136"/>
                  </a:lnTo>
                  <a:cubicBezTo>
                    <a:pt x="19039261" y="5982911"/>
                    <a:pt x="19039261" y="3462796"/>
                    <a:pt x="19039261" y="944571"/>
                  </a:cubicBezTo>
                  <a:lnTo>
                    <a:pt x="18642611" y="944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4942525" y="631297"/>
            <a:ext cx="870703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RESULTADOS OBTENIDOS</a:t>
            </a:r>
          </a:p>
        </p:txBody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951432" y="3285227"/>
            <a:ext cx="6665289" cy="4037372"/>
            <a:chOff x="0" y="0"/>
            <a:chExt cx="8887052" cy="53831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87079" cy="5383149"/>
            </a:xfrm>
            <a:custGeom>
              <a:avLst/>
              <a:gdLst/>
              <a:ahLst/>
              <a:cxnLst/>
              <a:rect r="r" b="b" t="t" l="l"/>
              <a:pathLst>
                <a:path h="5383149" w="8887079">
                  <a:moveTo>
                    <a:pt x="0" y="0"/>
                  </a:moveTo>
                  <a:lnTo>
                    <a:pt x="8887079" y="0"/>
                  </a:lnTo>
                  <a:lnTo>
                    <a:pt x="8887079" y="5383149"/>
                  </a:lnTo>
                  <a:lnTo>
                    <a:pt x="0" y="5383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35" r="0" b="-3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005663" y="3403675"/>
            <a:ext cx="6573900" cy="456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Plataforma web funcional para estudiantes con TDAH, con login, roles y panel de administrador.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CRUD completo de materias, materiales y actividades sobre MongoDB Atlas, conectado vía API REST.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Primeras actividades educativas interactivas y proyecto gestionado con Kanban y documentado en GitHub.</a:t>
            </a:r>
          </a:p>
        </p:txBody>
      </p: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0" y="0"/>
            <a:ext cx="4466259" cy="1116565"/>
            <a:chOff x="0" y="0"/>
            <a:chExt cx="6282812" cy="1570704"/>
          </a:xfrm>
        </p:grpSpPr>
        <p:sp>
          <p:nvSpPr>
            <p:cNvPr name="Freeform 32" id="32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34885" y="5387143"/>
            <a:ext cx="25441048" cy="5994285"/>
            <a:chOff x="0" y="0"/>
            <a:chExt cx="33921397" cy="7992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916333" y="0"/>
              <a:ext cx="17005063" cy="7992380"/>
            </a:xfrm>
            <a:custGeom>
              <a:avLst/>
              <a:gdLst/>
              <a:ahLst/>
              <a:cxnLst/>
              <a:rect r="r" b="b" t="t" l="l"/>
              <a:pathLst>
                <a:path h="7992380" w="17005063">
                  <a:moveTo>
                    <a:pt x="0" y="0"/>
                  </a:moveTo>
                  <a:lnTo>
                    <a:pt x="17005064" y="0"/>
                  </a:lnTo>
                  <a:lnTo>
                    <a:pt x="17005064" y="7992380"/>
                  </a:lnTo>
                  <a:lnTo>
                    <a:pt x="0" y="7992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05063" cy="7992380"/>
            </a:xfrm>
            <a:custGeom>
              <a:avLst/>
              <a:gdLst/>
              <a:ahLst/>
              <a:cxnLst/>
              <a:rect r="r" b="b" t="t" l="l"/>
              <a:pathLst>
                <a:path h="7992380" w="17005063">
                  <a:moveTo>
                    <a:pt x="0" y="0"/>
                  </a:moveTo>
                  <a:lnTo>
                    <a:pt x="17005063" y="0"/>
                  </a:lnTo>
                  <a:lnTo>
                    <a:pt x="17005063" y="7992380"/>
                  </a:lnTo>
                  <a:lnTo>
                    <a:pt x="0" y="7992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08382" y="0"/>
            <a:ext cx="18808851" cy="9418713"/>
            <a:chOff x="0" y="0"/>
            <a:chExt cx="25078468" cy="12558284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12520184" y="0"/>
              <a:ext cx="12558284" cy="12558284"/>
            </a:xfrm>
            <a:custGeom>
              <a:avLst/>
              <a:gdLst/>
              <a:ahLst/>
              <a:cxnLst/>
              <a:rect r="r" b="b" t="t" l="l"/>
              <a:pathLst>
                <a:path h="12558284" w="12558284">
                  <a:moveTo>
                    <a:pt x="12558284" y="0"/>
                  </a:moveTo>
                  <a:lnTo>
                    <a:pt x="0" y="0"/>
                  </a:lnTo>
                  <a:lnTo>
                    <a:pt x="0" y="12558284"/>
                  </a:lnTo>
                  <a:lnTo>
                    <a:pt x="12558284" y="12558284"/>
                  </a:lnTo>
                  <a:lnTo>
                    <a:pt x="12558284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0" y="38100"/>
              <a:ext cx="12520184" cy="12520184"/>
            </a:xfrm>
            <a:custGeom>
              <a:avLst/>
              <a:gdLst/>
              <a:ahLst/>
              <a:cxnLst/>
              <a:rect r="r" b="b" t="t" l="l"/>
              <a:pathLst>
                <a:path h="12520184" w="12520184">
                  <a:moveTo>
                    <a:pt x="12520184" y="0"/>
                  </a:moveTo>
                  <a:lnTo>
                    <a:pt x="0" y="0"/>
                  </a:lnTo>
                  <a:lnTo>
                    <a:pt x="0" y="12520184"/>
                  </a:lnTo>
                  <a:lnTo>
                    <a:pt x="12520184" y="12520184"/>
                  </a:lnTo>
                  <a:lnTo>
                    <a:pt x="12520184" y="0"/>
                  </a:lnTo>
                  <a:close/>
                </a:path>
              </a:pathLst>
            </a:custGeom>
            <a:blipFill>
              <a:blip r:embed="rId4">
                <a:alphaModFix amt="16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480450" y="3933016"/>
            <a:ext cx="3328832" cy="1210484"/>
          </a:xfrm>
          <a:custGeom>
            <a:avLst/>
            <a:gdLst/>
            <a:ahLst/>
            <a:cxnLst/>
            <a:rect r="r" b="b" t="t" l="l"/>
            <a:pathLst>
              <a:path h="1210484" w="3328832">
                <a:moveTo>
                  <a:pt x="0" y="0"/>
                </a:moveTo>
                <a:lnTo>
                  <a:pt x="3328833" y="0"/>
                </a:lnTo>
                <a:lnTo>
                  <a:pt x="3328833" y="1210484"/>
                </a:lnTo>
                <a:lnTo>
                  <a:pt x="0" y="121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15590" y="-337853"/>
            <a:ext cx="3328832" cy="1210484"/>
          </a:xfrm>
          <a:custGeom>
            <a:avLst/>
            <a:gdLst/>
            <a:ahLst/>
            <a:cxnLst/>
            <a:rect r="r" b="b" t="t" l="l"/>
            <a:pathLst>
              <a:path h="1210484" w="3328832">
                <a:moveTo>
                  <a:pt x="0" y="0"/>
                </a:moveTo>
                <a:lnTo>
                  <a:pt x="3328833" y="0"/>
                </a:lnTo>
                <a:lnTo>
                  <a:pt x="3328833" y="1210484"/>
                </a:lnTo>
                <a:lnTo>
                  <a:pt x="0" y="121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3701556"/>
            <a:ext cx="2367933" cy="5840194"/>
          </a:xfrm>
          <a:custGeom>
            <a:avLst/>
            <a:gdLst/>
            <a:ahLst/>
            <a:cxnLst/>
            <a:rect r="r" b="b" t="t" l="l"/>
            <a:pathLst>
              <a:path h="5840194" w="2367933">
                <a:moveTo>
                  <a:pt x="0" y="0"/>
                </a:moveTo>
                <a:lnTo>
                  <a:pt x="2367933" y="0"/>
                </a:lnTo>
                <a:lnTo>
                  <a:pt x="2367933" y="5840194"/>
                </a:lnTo>
                <a:lnTo>
                  <a:pt x="0" y="5840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3578677" y="8135398"/>
            <a:ext cx="713990" cy="1283315"/>
          </a:xfrm>
          <a:custGeom>
            <a:avLst/>
            <a:gdLst/>
            <a:ahLst/>
            <a:cxnLst/>
            <a:rect r="r" b="b" t="t" l="l"/>
            <a:pathLst>
              <a:path h="1283315" w="713990">
                <a:moveTo>
                  <a:pt x="0" y="0"/>
                </a:moveTo>
                <a:lnTo>
                  <a:pt x="713990" y="0"/>
                </a:lnTo>
                <a:lnTo>
                  <a:pt x="713990" y="1283315"/>
                </a:lnTo>
                <a:lnTo>
                  <a:pt x="0" y="1283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730942" y="5501789"/>
            <a:ext cx="3916924" cy="3916924"/>
          </a:xfrm>
          <a:custGeom>
            <a:avLst/>
            <a:gdLst/>
            <a:ahLst/>
            <a:cxnLst/>
            <a:rect r="r" b="b" t="t" l="l"/>
            <a:pathLst>
              <a:path h="3916924" w="3916924">
                <a:moveTo>
                  <a:pt x="0" y="0"/>
                </a:moveTo>
                <a:lnTo>
                  <a:pt x="3916923" y="0"/>
                </a:lnTo>
                <a:lnTo>
                  <a:pt x="3916923" y="3916924"/>
                </a:lnTo>
                <a:lnTo>
                  <a:pt x="0" y="39169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7349857"/>
            <a:ext cx="1380491" cy="2068856"/>
          </a:xfrm>
          <a:custGeom>
            <a:avLst/>
            <a:gdLst/>
            <a:ahLst/>
            <a:cxnLst/>
            <a:rect r="r" b="b" t="t" l="l"/>
            <a:pathLst>
              <a:path h="2068856" w="1380491">
                <a:moveTo>
                  <a:pt x="0" y="0"/>
                </a:moveTo>
                <a:lnTo>
                  <a:pt x="1380491" y="0"/>
                </a:lnTo>
                <a:lnTo>
                  <a:pt x="1380491" y="2068856"/>
                </a:lnTo>
                <a:lnTo>
                  <a:pt x="0" y="20688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90246" y="9010966"/>
            <a:ext cx="3045994" cy="1096558"/>
          </a:xfrm>
          <a:custGeom>
            <a:avLst/>
            <a:gdLst/>
            <a:ahLst/>
            <a:cxnLst/>
            <a:rect r="r" b="b" t="t" l="l"/>
            <a:pathLst>
              <a:path h="1096558" w="3045994">
                <a:moveTo>
                  <a:pt x="0" y="0"/>
                </a:moveTo>
                <a:lnTo>
                  <a:pt x="3045994" y="0"/>
                </a:lnTo>
                <a:lnTo>
                  <a:pt x="3045994" y="1096558"/>
                </a:lnTo>
                <a:lnTo>
                  <a:pt x="0" y="109655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161818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142330" y="2311000"/>
            <a:ext cx="14003341" cy="6282596"/>
            <a:chOff x="0" y="0"/>
            <a:chExt cx="19039262" cy="8541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39261" cy="8541961"/>
            </a:xfrm>
            <a:custGeom>
              <a:avLst/>
              <a:gdLst/>
              <a:ahLst/>
              <a:cxnLst/>
              <a:rect r="r" b="b" t="t" l="l"/>
              <a:pathLst>
                <a:path h="8541961" w="19039261">
                  <a:moveTo>
                    <a:pt x="18642611" y="854196"/>
                  </a:moveTo>
                  <a:cubicBezTo>
                    <a:pt x="18642611" y="768776"/>
                    <a:pt x="18642611" y="597937"/>
                    <a:pt x="18642611" y="512518"/>
                  </a:cubicBezTo>
                  <a:lnTo>
                    <a:pt x="18245959" y="512518"/>
                  </a:lnTo>
                  <a:lnTo>
                    <a:pt x="18245959" y="341678"/>
                  </a:lnTo>
                  <a:lnTo>
                    <a:pt x="17849307" y="341678"/>
                  </a:lnTo>
                  <a:lnTo>
                    <a:pt x="17849307" y="170839"/>
                  </a:lnTo>
                  <a:cubicBezTo>
                    <a:pt x="17650982" y="170839"/>
                    <a:pt x="17254331" y="170839"/>
                    <a:pt x="17056005" y="170839"/>
                  </a:cubicBezTo>
                  <a:lnTo>
                    <a:pt x="17056005" y="0"/>
                  </a:lnTo>
                  <a:cubicBezTo>
                    <a:pt x="12034400" y="0"/>
                    <a:pt x="7004862" y="0"/>
                    <a:pt x="1983256" y="0"/>
                  </a:cubicBezTo>
                  <a:lnTo>
                    <a:pt x="1983256" y="170839"/>
                  </a:lnTo>
                  <a:cubicBezTo>
                    <a:pt x="1784931" y="170839"/>
                    <a:pt x="1388280" y="170839"/>
                    <a:pt x="1189954" y="170839"/>
                  </a:cubicBezTo>
                  <a:lnTo>
                    <a:pt x="1189954" y="341678"/>
                  </a:lnTo>
                  <a:lnTo>
                    <a:pt x="793303" y="341678"/>
                  </a:lnTo>
                  <a:lnTo>
                    <a:pt x="793303" y="512518"/>
                  </a:lnTo>
                  <a:lnTo>
                    <a:pt x="396651" y="512518"/>
                  </a:lnTo>
                  <a:cubicBezTo>
                    <a:pt x="396651" y="597937"/>
                    <a:pt x="396651" y="768776"/>
                    <a:pt x="396651" y="854196"/>
                  </a:cubicBezTo>
                  <a:lnTo>
                    <a:pt x="0" y="854196"/>
                  </a:lnTo>
                  <a:cubicBezTo>
                    <a:pt x="0" y="3131483"/>
                    <a:pt x="0" y="5410478"/>
                    <a:pt x="0" y="7687765"/>
                  </a:cubicBezTo>
                  <a:lnTo>
                    <a:pt x="396651" y="7687765"/>
                  </a:lnTo>
                  <a:cubicBezTo>
                    <a:pt x="396651" y="7773184"/>
                    <a:pt x="396651" y="7944024"/>
                    <a:pt x="396651" y="8029443"/>
                  </a:cubicBezTo>
                  <a:lnTo>
                    <a:pt x="793303" y="8029443"/>
                  </a:lnTo>
                  <a:lnTo>
                    <a:pt x="793303" y="8200282"/>
                  </a:lnTo>
                  <a:lnTo>
                    <a:pt x="1189954" y="8200282"/>
                  </a:lnTo>
                  <a:lnTo>
                    <a:pt x="1189954" y="8371122"/>
                  </a:lnTo>
                  <a:cubicBezTo>
                    <a:pt x="1388280" y="8371122"/>
                    <a:pt x="1784931" y="8371122"/>
                    <a:pt x="1983256" y="8371122"/>
                  </a:cubicBezTo>
                  <a:lnTo>
                    <a:pt x="1983256" y="8541961"/>
                  </a:lnTo>
                  <a:cubicBezTo>
                    <a:pt x="7004862" y="8541961"/>
                    <a:pt x="12034400" y="8541961"/>
                    <a:pt x="17056005" y="8541961"/>
                  </a:cubicBezTo>
                  <a:lnTo>
                    <a:pt x="17056005" y="8371122"/>
                  </a:lnTo>
                  <a:cubicBezTo>
                    <a:pt x="17254331" y="8371122"/>
                    <a:pt x="17650982" y="8371122"/>
                    <a:pt x="17849307" y="8371122"/>
                  </a:cubicBezTo>
                  <a:lnTo>
                    <a:pt x="17849307" y="8200282"/>
                  </a:lnTo>
                  <a:lnTo>
                    <a:pt x="18245959" y="8200282"/>
                  </a:lnTo>
                  <a:lnTo>
                    <a:pt x="18245959" y="8029443"/>
                  </a:lnTo>
                  <a:lnTo>
                    <a:pt x="18642611" y="8029443"/>
                  </a:lnTo>
                  <a:cubicBezTo>
                    <a:pt x="18642611" y="7944024"/>
                    <a:pt x="18642611" y="7773184"/>
                    <a:pt x="18642611" y="7687765"/>
                  </a:cubicBezTo>
                  <a:lnTo>
                    <a:pt x="19039261" y="7687765"/>
                  </a:lnTo>
                  <a:cubicBezTo>
                    <a:pt x="19039261" y="5410478"/>
                    <a:pt x="19039261" y="3131483"/>
                    <a:pt x="19039261" y="854196"/>
                  </a:cubicBezTo>
                  <a:lnTo>
                    <a:pt x="18642611" y="854196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3495835" y="992740"/>
            <a:ext cx="11296331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b="true" sz="4500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OBSTACULOS PRESENTADOS DURANTE EL DESARROLLO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0" y="0"/>
            <a:ext cx="4466259" cy="1116565"/>
            <a:chOff x="0" y="0"/>
            <a:chExt cx="6282812" cy="1570704"/>
          </a:xfrm>
        </p:grpSpPr>
        <p:sp>
          <p:nvSpPr>
            <p:cNvPr name="Freeform 28" id="28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2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492513" y="3356799"/>
            <a:ext cx="4818664" cy="3471581"/>
          </a:xfrm>
          <a:custGeom>
            <a:avLst/>
            <a:gdLst/>
            <a:ahLst/>
            <a:cxnLst/>
            <a:rect r="r" b="b" t="t" l="l"/>
            <a:pathLst>
              <a:path h="3471581" w="4818664">
                <a:moveTo>
                  <a:pt x="0" y="0"/>
                </a:moveTo>
                <a:lnTo>
                  <a:pt x="4818664" y="0"/>
                </a:lnTo>
                <a:lnTo>
                  <a:pt x="4818664" y="3471581"/>
                </a:lnTo>
                <a:lnTo>
                  <a:pt x="0" y="347158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-18936" r="0" b="-30544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311177" y="3309174"/>
            <a:ext cx="6573900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8" indent="-226219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Probl</a:t>
            </a:r>
            <a:r>
              <a:rPr lang="en-US" sz="25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em</a:t>
            </a:r>
            <a:r>
              <a:rPr lang="en-US" sz="25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as técnicos en la integración entre frontend y base de datos (retrasos en la visualización de actividades y fallas de conexión).</a:t>
            </a:r>
          </a:p>
          <a:p>
            <a:pPr algn="l" marL="452438" indent="-226219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Ajustes de diseño necesarios por compatibilidad entre componentes del frontend.</a:t>
            </a:r>
          </a:p>
          <a:p>
            <a:pPr algn="l" marL="452438" indent="-226219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Limitaciones de tiempo para pruebas con usuarios reales.</a:t>
            </a:r>
          </a:p>
          <a:p>
            <a:pPr algn="l" marL="452438" indent="-226219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Dificultades iniciales en la configuración de la autenticación con Google.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52365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7" y="0"/>
                </a:lnTo>
                <a:lnTo>
                  <a:pt x="12753797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501433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3873322"/>
            <a:ext cx="1461967" cy="5545391"/>
          </a:xfrm>
          <a:custGeom>
            <a:avLst/>
            <a:gdLst/>
            <a:ahLst/>
            <a:cxnLst/>
            <a:rect r="r" b="b" t="t" l="l"/>
            <a:pathLst>
              <a:path h="5545391" w="1461967">
                <a:moveTo>
                  <a:pt x="0" y="0"/>
                </a:moveTo>
                <a:lnTo>
                  <a:pt x="1461967" y="0"/>
                </a:lnTo>
                <a:lnTo>
                  <a:pt x="1461967" y="5545391"/>
                </a:lnTo>
                <a:lnTo>
                  <a:pt x="0" y="5545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04480" y="3046395"/>
            <a:ext cx="5767040" cy="2097105"/>
          </a:xfrm>
          <a:custGeom>
            <a:avLst/>
            <a:gdLst/>
            <a:ahLst/>
            <a:cxnLst/>
            <a:rect r="r" b="b" t="t" l="l"/>
            <a:pathLst>
              <a:path h="2097105" w="5767040">
                <a:moveTo>
                  <a:pt x="0" y="0"/>
                </a:moveTo>
                <a:lnTo>
                  <a:pt x="5767040" y="0"/>
                </a:lnTo>
                <a:lnTo>
                  <a:pt x="5767040" y="2097105"/>
                </a:lnTo>
                <a:lnTo>
                  <a:pt x="0" y="2097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08230" y="4474929"/>
            <a:ext cx="5279770" cy="4943784"/>
          </a:xfrm>
          <a:custGeom>
            <a:avLst/>
            <a:gdLst/>
            <a:ahLst/>
            <a:cxnLst/>
            <a:rect r="r" b="b" t="t" l="l"/>
            <a:pathLst>
              <a:path h="4943784" w="5279770">
                <a:moveTo>
                  <a:pt x="0" y="0"/>
                </a:moveTo>
                <a:lnTo>
                  <a:pt x="5279770" y="0"/>
                </a:lnTo>
                <a:lnTo>
                  <a:pt x="5279770" y="4943784"/>
                </a:lnTo>
                <a:lnTo>
                  <a:pt x="0" y="4943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6074" y="158190"/>
            <a:ext cx="3112928" cy="3112928"/>
          </a:xfrm>
          <a:custGeom>
            <a:avLst/>
            <a:gdLst/>
            <a:ahLst/>
            <a:cxnLst/>
            <a:rect r="r" b="b" t="t" l="l"/>
            <a:pathLst>
              <a:path h="3112928" w="3112928">
                <a:moveTo>
                  <a:pt x="0" y="0"/>
                </a:moveTo>
                <a:lnTo>
                  <a:pt x="3112928" y="0"/>
                </a:lnTo>
                <a:lnTo>
                  <a:pt x="3112928" y="3112929"/>
                </a:lnTo>
                <a:lnTo>
                  <a:pt x="0" y="31129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461967" y="5255435"/>
            <a:ext cx="772099" cy="4163278"/>
          </a:xfrm>
          <a:custGeom>
            <a:avLst/>
            <a:gdLst/>
            <a:ahLst/>
            <a:cxnLst/>
            <a:rect r="r" b="b" t="t" l="l"/>
            <a:pathLst>
              <a:path h="4163278" w="772099">
                <a:moveTo>
                  <a:pt x="0" y="0"/>
                </a:moveTo>
                <a:lnTo>
                  <a:pt x="772099" y="0"/>
                </a:lnTo>
                <a:lnTo>
                  <a:pt x="772099" y="4163278"/>
                </a:lnTo>
                <a:lnTo>
                  <a:pt x="0" y="41632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94319" y="7444492"/>
            <a:ext cx="2616438" cy="1974221"/>
          </a:xfrm>
          <a:custGeom>
            <a:avLst/>
            <a:gdLst/>
            <a:ahLst/>
            <a:cxnLst/>
            <a:rect r="r" b="b" t="t" l="l"/>
            <a:pathLst>
              <a:path h="1974221" w="2616438">
                <a:moveTo>
                  <a:pt x="0" y="0"/>
                </a:moveTo>
                <a:lnTo>
                  <a:pt x="2616438" y="0"/>
                </a:lnTo>
                <a:lnTo>
                  <a:pt x="2616438" y="1974221"/>
                </a:lnTo>
                <a:lnTo>
                  <a:pt x="0" y="19742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0654774" y="6992089"/>
            <a:ext cx="1213312" cy="2426624"/>
          </a:xfrm>
          <a:custGeom>
            <a:avLst/>
            <a:gdLst/>
            <a:ahLst/>
            <a:cxnLst/>
            <a:rect r="r" b="b" t="t" l="l"/>
            <a:pathLst>
              <a:path h="2426624" w="1213312">
                <a:moveTo>
                  <a:pt x="1213312" y="0"/>
                </a:moveTo>
                <a:lnTo>
                  <a:pt x="0" y="0"/>
                </a:lnTo>
                <a:lnTo>
                  <a:pt x="0" y="2426624"/>
                </a:lnTo>
                <a:lnTo>
                  <a:pt x="1213312" y="2426624"/>
                </a:lnTo>
                <a:lnTo>
                  <a:pt x="1213312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075433" y="8600400"/>
            <a:ext cx="1726394" cy="819252"/>
          </a:xfrm>
          <a:custGeom>
            <a:avLst/>
            <a:gdLst/>
            <a:ahLst/>
            <a:cxnLst/>
            <a:rect r="r" b="b" t="t" l="l"/>
            <a:pathLst>
              <a:path h="819252" w="1726394">
                <a:moveTo>
                  <a:pt x="0" y="0"/>
                </a:moveTo>
                <a:lnTo>
                  <a:pt x="1726394" y="0"/>
                </a:lnTo>
                <a:lnTo>
                  <a:pt x="1726394" y="819253"/>
                </a:lnTo>
                <a:lnTo>
                  <a:pt x="0" y="819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95775" y="8600400"/>
            <a:ext cx="1726394" cy="819252"/>
          </a:xfrm>
          <a:custGeom>
            <a:avLst/>
            <a:gdLst/>
            <a:ahLst/>
            <a:cxnLst/>
            <a:rect r="r" b="b" t="t" l="l"/>
            <a:pathLst>
              <a:path h="819252" w="1726394">
                <a:moveTo>
                  <a:pt x="0" y="0"/>
                </a:moveTo>
                <a:lnTo>
                  <a:pt x="1726394" y="0"/>
                </a:lnTo>
                <a:lnTo>
                  <a:pt x="1726394" y="819253"/>
                </a:lnTo>
                <a:lnTo>
                  <a:pt x="0" y="819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816854" y="6219497"/>
            <a:ext cx="657680" cy="3201096"/>
          </a:xfrm>
          <a:custGeom>
            <a:avLst/>
            <a:gdLst/>
            <a:ahLst/>
            <a:cxnLst/>
            <a:rect r="r" b="b" t="t" l="l"/>
            <a:pathLst>
              <a:path h="3201096" w="657680">
                <a:moveTo>
                  <a:pt x="0" y="0"/>
                </a:moveTo>
                <a:lnTo>
                  <a:pt x="657680" y="0"/>
                </a:lnTo>
                <a:lnTo>
                  <a:pt x="657680" y="3201095"/>
                </a:lnTo>
                <a:lnTo>
                  <a:pt x="0" y="320109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951264" y="8387205"/>
            <a:ext cx="1595074" cy="1032448"/>
          </a:xfrm>
          <a:custGeom>
            <a:avLst/>
            <a:gdLst/>
            <a:ahLst/>
            <a:cxnLst/>
            <a:rect r="r" b="b" t="t" l="l"/>
            <a:pathLst>
              <a:path h="1032448" w="1595074">
                <a:moveTo>
                  <a:pt x="0" y="0"/>
                </a:moveTo>
                <a:lnTo>
                  <a:pt x="1595074" y="0"/>
                </a:lnTo>
                <a:lnTo>
                  <a:pt x="1595074" y="1032448"/>
                </a:lnTo>
                <a:lnTo>
                  <a:pt x="0" y="103244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1457729" y="8806438"/>
            <a:ext cx="3407606" cy="1301086"/>
          </a:xfrm>
          <a:custGeom>
            <a:avLst/>
            <a:gdLst/>
            <a:ahLst/>
            <a:cxnLst/>
            <a:rect r="r" b="b" t="t" l="l"/>
            <a:pathLst>
              <a:path h="1301086" w="3407606">
                <a:moveTo>
                  <a:pt x="0" y="0"/>
                </a:moveTo>
                <a:lnTo>
                  <a:pt x="3407606" y="0"/>
                </a:lnTo>
                <a:lnTo>
                  <a:pt x="3407606" y="1301086"/>
                </a:lnTo>
                <a:lnTo>
                  <a:pt x="0" y="130108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4018949" y="8806438"/>
            <a:ext cx="3407606" cy="1301086"/>
          </a:xfrm>
          <a:custGeom>
            <a:avLst/>
            <a:gdLst/>
            <a:ahLst/>
            <a:cxnLst/>
            <a:rect r="r" b="b" t="t" l="l"/>
            <a:pathLst>
              <a:path h="1301086" w="3407606">
                <a:moveTo>
                  <a:pt x="3407606" y="0"/>
                </a:moveTo>
                <a:lnTo>
                  <a:pt x="0" y="0"/>
                </a:lnTo>
                <a:lnTo>
                  <a:pt x="0" y="1301086"/>
                </a:lnTo>
                <a:lnTo>
                  <a:pt x="3407606" y="1301086"/>
                </a:lnTo>
                <a:lnTo>
                  <a:pt x="3407606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6262155" y="792681"/>
            <a:ext cx="3532571" cy="1284571"/>
          </a:xfrm>
          <a:custGeom>
            <a:avLst/>
            <a:gdLst/>
            <a:ahLst/>
            <a:cxnLst/>
            <a:rect r="r" b="b" t="t" l="l"/>
            <a:pathLst>
              <a:path h="1284571" w="3532571">
                <a:moveTo>
                  <a:pt x="3532571" y="0"/>
                </a:moveTo>
                <a:lnTo>
                  <a:pt x="0" y="0"/>
                </a:lnTo>
                <a:lnTo>
                  <a:pt x="0" y="1284572"/>
                </a:lnTo>
                <a:lnTo>
                  <a:pt x="3532571" y="1284572"/>
                </a:lnTo>
                <a:lnTo>
                  <a:pt x="35325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757161" y="2236370"/>
            <a:ext cx="11647319" cy="274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5"/>
              </a:lnSpc>
            </a:pPr>
            <a:r>
              <a:rPr lang="en-US" b="true" sz="7568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MUCHAS GRACIAS POR SU ATENCION</a:t>
            </a: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9281755" y="0"/>
            <a:ext cx="9418713" cy="9418713"/>
          </a:xfrm>
          <a:custGeom>
            <a:avLst/>
            <a:gdLst/>
            <a:ahLst/>
            <a:cxnLst/>
            <a:rect r="r" b="b" t="t" l="l"/>
            <a:pathLst>
              <a:path h="9418713" w="9418713">
                <a:moveTo>
                  <a:pt x="9418713" y="0"/>
                </a:moveTo>
                <a:lnTo>
                  <a:pt x="0" y="0"/>
                </a:lnTo>
                <a:lnTo>
                  <a:pt x="0" y="9418713"/>
                </a:lnTo>
                <a:lnTo>
                  <a:pt x="9418713" y="9418713"/>
                </a:lnTo>
                <a:lnTo>
                  <a:pt x="9418713" y="0"/>
                </a:lnTo>
                <a:close/>
              </a:path>
            </a:pathLst>
          </a:custGeom>
          <a:blipFill>
            <a:blip r:embed="rId30">
              <a:alphaModFix amt="16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true" flipV="false" rot="0">
            <a:off x="-117907" y="0"/>
            <a:ext cx="9418713" cy="9418713"/>
          </a:xfrm>
          <a:custGeom>
            <a:avLst/>
            <a:gdLst/>
            <a:ahLst/>
            <a:cxnLst/>
            <a:rect r="r" b="b" t="t" l="l"/>
            <a:pathLst>
              <a:path h="9418713" w="9418713">
                <a:moveTo>
                  <a:pt x="9418712" y="0"/>
                </a:moveTo>
                <a:lnTo>
                  <a:pt x="0" y="0"/>
                </a:lnTo>
                <a:lnTo>
                  <a:pt x="0" y="9418713"/>
                </a:lnTo>
                <a:lnTo>
                  <a:pt x="9418712" y="9418713"/>
                </a:lnTo>
                <a:lnTo>
                  <a:pt x="9418712" y="0"/>
                </a:lnTo>
                <a:close/>
              </a:path>
            </a:pathLst>
          </a:custGeom>
          <a:blipFill>
            <a:blip r:embed="rId30">
              <a:alphaModFix amt="16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52365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7" y="0"/>
                </a:lnTo>
                <a:lnTo>
                  <a:pt x="12753797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501433" y="4977843"/>
            <a:ext cx="12753798" cy="5994285"/>
          </a:xfrm>
          <a:custGeom>
            <a:avLst/>
            <a:gdLst/>
            <a:ahLst/>
            <a:cxnLst/>
            <a:rect r="r" b="b" t="t" l="l"/>
            <a:pathLst>
              <a:path h="5994285" w="12753798">
                <a:moveTo>
                  <a:pt x="0" y="0"/>
                </a:moveTo>
                <a:lnTo>
                  <a:pt x="12753798" y="0"/>
                </a:lnTo>
                <a:lnTo>
                  <a:pt x="12753798" y="5994284"/>
                </a:lnTo>
                <a:lnTo>
                  <a:pt x="0" y="599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35635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5" y="0"/>
                </a:lnTo>
                <a:lnTo>
                  <a:pt x="6252365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040249" y="7974985"/>
            <a:ext cx="6252365" cy="1443728"/>
          </a:xfrm>
          <a:custGeom>
            <a:avLst/>
            <a:gdLst/>
            <a:ahLst/>
            <a:cxnLst/>
            <a:rect r="r" b="b" t="t" l="l"/>
            <a:pathLst>
              <a:path h="1443728" w="6252365">
                <a:moveTo>
                  <a:pt x="0" y="0"/>
                </a:moveTo>
                <a:lnTo>
                  <a:pt x="6252364" y="0"/>
                </a:lnTo>
                <a:lnTo>
                  <a:pt x="6252364" y="1443728"/>
                </a:lnTo>
                <a:lnTo>
                  <a:pt x="0" y="14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3873322"/>
            <a:ext cx="1461967" cy="5545391"/>
          </a:xfrm>
          <a:custGeom>
            <a:avLst/>
            <a:gdLst/>
            <a:ahLst/>
            <a:cxnLst/>
            <a:rect r="r" b="b" t="t" l="l"/>
            <a:pathLst>
              <a:path h="5545391" w="1461967">
                <a:moveTo>
                  <a:pt x="0" y="0"/>
                </a:moveTo>
                <a:lnTo>
                  <a:pt x="1461967" y="0"/>
                </a:lnTo>
                <a:lnTo>
                  <a:pt x="1461967" y="5545391"/>
                </a:lnTo>
                <a:lnTo>
                  <a:pt x="0" y="5545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04480" y="3046395"/>
            <a:ext cx="5767040" cy="2097105"/>
          </a:xfrm>
          <a:custGeom>
            <a:avLst/>
            <a:gdLst/>
            <a:ahLst/>
            <a:cxnLst/>
            <a:rect r="r" b="b" t="t" l="l"/>
            <a:pathLst>
              <a:path h="2097105" w="5767040">
                <a:moveTo>
                  <a:pt x="0" y="0"/>
                </a:moveTo>
                <a:lnTo>
                  <a:pt x="5767040" y="0"/>
                </a:lnTo>
                <a:lnTo>
                  <a:pt x="5767040" y="2097105"/>
                </a:lnTo>
                <a:lnTo>
                  <a:pt x="0" y="2097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08230" y="4474929"/>
            <a:ext cx="5279770" cy="4943784"/>
          </a:xfrm>
          <a:custGeom>
            <a:avLst/>
            <a:gdLst/>
            <a:ahLst/>
            <a:cxnLst/>
            <a:rect r="r" b="b" t="t" l="l"/>
            <a:pathLst>
              <a:path h="4943784" w="5279770">
                <a:moveTo>
                  <a:pt x="0" y="0"/>
                </a:moveTo>
                <a:lnTo>
                  <a:pt x="5279770" y="0"/>
                </a:lnTo>
                <a:lnTo>
                  <a:pt x="5279770" y="4943784"/>
                </a:lnTo>
                <a:lnTo>
                  <a:pt x="0" y="4943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6074" y="158190"/>
            <a:ext cx="3112928" cy="3112928"/>
          </a:xfrm>
          <a:custGeom>
            <a:avLst/>
            <a:gdLst/>
            <a:ahLst/>
            <a:cxnLst/>
            <a:rect r="r" b="b" t="t" l="l"/>
            <a:pathLst>
              <a:path h="3112928" w="3112928">
                <a:moveTo>
                  <a:pt x="0" y="0"/>
                </a:moveTo>
                <a:lnTo>
                  <a:pt x="3112928" y="0"/>
                </a:lnTo>
                <a:lnTo>
                  <a:pt x="3112928" y="3112929"/>
                </a:lnTo>
                <a:lnTo>
                  <a:pt x="0" y="31129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418713"/>
            <a:ext cx="18288000" cy="899053"/>
            <a:chOff x="0" y="0"/>
            <a:chExt cx="24384000" cy="11987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034968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069935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104903" y="0"/>
              <a:ext cx="6279097" cy="1198737"/>
            </a:xfrm>
            <a:custGeom>
              <a:avLst/>
              <a:gdLst/>
              <a:ahLst/>
              <a:cxnLst/>
              <a:rect r="r" b="b" t="t" l="l"/>
              <a:pathLst>
                <a:path h="1198737" w="6279097">
                  <a:moveTo>
                    <a:pt x="0" y="0"/>
                  </a:moveTo>
                  <a:lnTo>
                    <a:pt x="6279097" y="0"/>
                  </a:lnTo>
                  <a:lnTo>
                    <a:pt x="6279097" y="1198737"/>
                  </a:lnTo>
                  <a:lnTo>
                    <a:pt x="0" y="1198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461967" y="5255435"/>
            <a:ext cx="772099" cy="4163278"/>
          </a:xfrm>
          <a:custGeom>
            <a:avLst/>
            <a:gdLst/>
            <a:ahLst/>
            <a:cxnLst/>
            <a:rect r="r" b="b" t="t" l="l"/>
            <a:pathLst>
              <a:path h="4163278" w="772099">
                <a:moveTo>
                  <a:pt x="0" y="0"/>
                </a:moveTo>
                <a:lnTo>
                  <a:pt x="772099" y="0"/>
                </a:lnTo>
                <a:lnTo>
                  <a:pt x="772099" y="4163278"/>
                </a:lnTo>
                <a:lnTo>
                  <a:pt x="0" y="41632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94319" y="7444492"/>
            <a:ext cx="2616438" cy="1974221"/>
          </a:xfrm>
          <a:custGeom>
            <a:avLst/>
            <a:gdLst/>
            <a:ahLst/>
            <a:cxnLst/>
            <a:rect r="r" b="b" t="t" l="l"/>
            <a:pathLst>
              <a:path h="1974221" w="2616438">
                <a:moveTo>
                  <a:pt x="0" y="0"/>
                </a:moveTo>
                <a:lnTo>
                  <a:pt x="2616438" y="0"/>
                </a:lnTo>
                <a:lnTo>
                  <a:pt x="2616438" y="1974221"/>
                </a:lnTo>
                <a:lnTo>
                  <a:pt x="0" y="19742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0654774" y="6992089"/>
            <a:ext cx="1213312" cy="2426624"/>
          </a:xfrm>
          <a:custGeom>
            <a:avLst/>
            <a:gdLst/>
            <a:ahLst/>
            <a:cxnLst/>
            <a:rect r="r" b="b" t="t" l="l"/>
            <a:pathLst>
              <a:path h="2426624" w="1213312">
                <a:moveTo>
                  <a:pt x="1213312" y="0"/>
                </a:moveTo>
                <a:lnTo>
                  <a:pt x="0" y="0"/>
                </a:lnTo>
                <a:lnTo>
                  <a:pt x="0" y="2426624"/>
                </a:lnTo>
                <a:lnTo>
                  <a:pt x="1213312" y="2426624"/>
                </a:lnTo>
                <a:lnTo>
                  <a:pt x="1213312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075433" y="8600400"/>
            <a:ext cx="1726394" cy="819252"/>
          </a:xfrm>
          <a:custGeom>
            <a:avLst/>
            <a:gdLst/>
            <a:ahLst/>
            <a:cxnLst/>
            <a:rect r="r" b="b" t="t" l="l"/>
            <a:pathLst>
              <a:path h="819252" w="1726394">
                <a:moveTo>
                  <a:pt x="0" y="0"/>
                </a:moveTo>
                <a:lnTo>
                  <a:pt x="1726394" y="0"/>
                </a:lnTo>
                <a:lnTo>
                  <a:pt x="1726394" y="819253"/>
                </a:lnTo>
                <a:lnTo>
                  <a:pt x="0" y="819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95775" y="8600400"/>
            <a:ext cx="1726394" cy="819252"/>
          </a:xfrm>
          <a:custGeom>
            <a:avLst/>
            <a:gdLst/>
            <a:ahLst/>
            <a:cxnLst/>
            <a:rect r="r" b="b" t="t" l="l"/>
            <a:pathLst>
              <a:path h="819252" w="1726394">
                <a:moveTo>
                  <a:pt x="0" y="0"/>
                </a:moveTo>
                <a:lnTo>
                  <a:pt x="1726394" y="0"/>
                </a:lnTo>
                <a:lnTo>
                  <a:pt x="1726394" y="819253"/>
                </a:lnTo>
                <a:lnTo>
                  <a:pt x="0" y="819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816854" y="6219497"/>
            <a:ext cx="657680" cy="3201096"/>
          </a:xfrm>
          <a:custGeom>
            <a:avLst/>
            <a:gdLst/>
            <a:ahLst/>
            <a:cxnLst/>
            <a:rect r="r" b="b" t="t" l="l"/>
            <a:pathLst>
              <a:path h="3201096" w="657680">
                <a:moveTo>
                  <a:pt x="0" y="0"/>
                </a:moveTo>
                <a:lnTo>
                  <a:pt x="657680" y="0"/>
                </a:lnTo>
                <a:lnTo>
                  <a:pt x="657680" y="3201095"/>
                </a:lnTo>
                <a:lnTo>
                  <a:pt x="0" y="320109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951264" y="8387205"/>
            <a:ext cx="1595074" cy="1032448"/>
          </a:xfrm>
          <a:custGeom>
            <a:avLst/>
            <a:gdLst/>
            <a:ahLst/>
            <a:cxnLst/>
            <a:rect r="r" b="b" t="t" l="l"/>
            <a:pathLst>
              <a:path h="1032448" w="1595074">
                <a:moveTo>
                  <a:pt x="0" y="0"/>
                </a:moveTo>
                <a:lnTo>
                  <a:pt x="1595074" y="0"/>
                </a:lnTo>
                <a:lnTo>
                  <a:pt x="1595074" y="1032448"/>
                </a:lnTo>
                <a:lnTo>
                  <a:pt x="0" y="103244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1457729" y="8806438"/>
            <a:ext cx="3407606" cy="1301086"/>
          </a:xfrm>
          <a:custGeom>
            <a:avLst/>
            <a:gdLst/>
            <a:ahLst/>
            <a:cxnLst/>
            <a:rect r="r" b="b" t="t" l="l"/>
            <a:pathLst>
              <a:path h="1301086" w="3407606">
                <a:moveTo>
                  <a:pt x="0" y="0"/>
                </a:moveTo>
                <a:lnTo>
                  <a:pt x="3407606" y="0"/>
                </a:lnTo>
                <a:lnTo>
                  <a:pt x="3407606" y="1301086"/>
                </a:lnTo>
                <a:lnTo>
                  <a:pt x="0" y="130108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4018949" y="8806438"/>
            <a:ext cx="3407606" cy="1301086"/>
          </a:xfrm>
          <a:custGeom>
            <a:avLst/>
            <a:gdLst/>
            <a:ahLst/>
            <a:cxnLst/>
            <a:rect r="r" b="b" t="t" l="l"/>
            <a:pathLst>
              <a:path h="1301086" w="3407606">
                <a:moveTo>
                  <a:pt x="3407606" y="0"/>
                </a:moveTo>
                <a:lnTo>
                  <a:pt x="0" y="0"/>
                </a:lnTo>
                <a:lnTo>
                  <a:pt x="0" y="1301086"/>
                </a:lnTo>
                <a:lnTo>
                  <a:pt x="3407606" y="1301086"/>
                </a:lnTo>
                <a:lnTo>
                  <a:pt x="3407606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6262155" y="792681"/>
            <a:ext cx="3532571" cy="1284571"/>
          </a:xfrm>
          <a:custGeom>
            <a:avLst/>
            <a:gdLst/>
            <a:ahLst/>
            <a:cxnLst/>
            <a:rect r="r" b="b" t="t" l="l"/>
            <a:pathLst>
              <a:path h="1284571" w="3532571">
                <a:moveTo>
                  <a:pt x="3532571" y="0"/>
                </a:moveTo>
                <a:lnTo>
                  <a:pt x="0" y="0"/>
                </a:lnTo>
                <a:lnTo>
                  <a:pt x="0" y="1284572"/>
                </a:lnTo>
                <a:lnTo>
                  <a:pt x="3532571" y="1284572"/>
                </a:lnTo>
                <a:lnTo>
                  <a:pt x="35325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757161" y="2236370"/>
            <a:ext cx="11647319" cy="274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5"/>
              </a:lnSpc>
            </a:pPr>
            <a:r>
              <a:rPr lang="en-US" b="true" sz="7568">
                <a:solidFill>
                  <a:srgbClr val="FFFFFF"/>
                </a:solidFill>
                <a:latin typeface="Stanger Bold"/>
                <a:ea typeface="Stanger Bold"/>
                <a:cs typeface="Stanger Bold"/>
                <a:sym typeface="Stanger Bold"/>
              </a:rPr>
              <a:t>PREGUNTAS DE LA COMISION</a:t>
            </a: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9281755" y="0"/>
            <a:ext cx="9418713" cy="9418713"/>
          </a:xfrm>
          <a:custGeom>
            <a:avLst/>
            <a:gdLst/>
            <a:ahLst/>
            <a:cxnLst/>
            <a:rect r="r" b="b" t="t" l="l"/>
            <a:pathLst>
              <a:path h="9418713" w="9418713">
                <a:moveTo>
                  <a:pt x="9418713" y="0"/>
                </a:moveTo>
                <a:lnTo>
                  <a:pt x="0" y="0"/>
                </a:lnTo>
                <a:lnTo>
                  <a:pt x="0" y="9418713"/>
                </a:lnTo>
                <a:lnTo>
                  <a:pt x="9418713" y="9418713"/>
                </a:lnTo>
                <a:lnTo>
                  <a:pt x="9418713" y="0"/>
                </a:lnTo>
                <a:close/>
              </a:path>
            </a:pathLst>
          </a:custGeom>
          <a:blipFill>
            <a:blip r:embed="rId30">
              <a:alphaModFix amt="16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true" flipV="false" rot="0">
            <a:off x="-108382" y="19050"/>
            <a:ext cx="9399663" cy="9399663"/>
          </a:xfrm>
          <a:custGeom>
            <a:avLst/>
            <a:gdLst/>
            <a:ahLst/>
            <a:cxnLst/>
            <a:rect r="r" b="b" t="t" l="l"/>
            <a:pathLst>
              <a:path h="9399663" w="9399663">
                <a:moveTo>
                  <a:pt x="9399662" y="0"/>
                </a:moveTo>
                <a:lnTo>
                  <a:pt x="0" y="0"/>
                </a:lnTo>
                <a:lnTo>
                  <a:pt x="0" y="9399663"/>
                </a:lnTo>
                <a:lnTo>
                  <a:pt x="9399662" y="9399663"/>
                </a:lnTo>
                <a:lnTo>
                  <a:pt x="9399662" y="0"/>
                </a:lnTo>
                <a:close/>
              </a:path>
            </a:pathLst>
          </a:custGeom>
          <a:blipFill>
            <a:blip r:embed="rId30">
              <a:alphaModFix amt="16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DAG6UliapN8</dc:identifier>
  <dcterms:modified xsi:type="dcterms:W3CDTF">2011-08-01T06:04:30Z</dcterms:modified>
  <cp:revision>1</cp:revision>
  <dc:title>CAPSTONE | Presentación Final</dc:title>
</cp:coreProperties>
</file>