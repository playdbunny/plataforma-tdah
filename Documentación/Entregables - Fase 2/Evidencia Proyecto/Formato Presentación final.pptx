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4" r:id="rId6"/>
    <p:sldId id="260" r:id="rId7"/>
    <p:sldId id="262" r:id="rId8"/>
    <p:sldId id="263" r:id="rId9"/>
    <p:sldId id="269" r:id="rId10"/>
    <p:sldId id="270" r:id="rId11"/>
    <p:sldId id="265" r:id="rId12"/>
    <p:sldId id="267" r:id="rId13"/>
    <p:sldId id="268" r:id="rId14"/>
    <p:sldId id="266" r:id="rId15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2E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B905215-D68D-9AC8-5223-9DC2DB96081B}" v="313" dt="2025-11-25T00:50:00.57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RNANDA . MARIN GONZALEZ" userId="S::fern.marin@duocuc.cl::2297aa7b-50ce-4537-9205-6914c07831d4" providerId="AD" clId="Web-{D2A39F7D-6C3B-CDA6-20A0-25BE50642E60}"/>
    <pc:docChg chg="modSld">
      <pc:chgData name="FERNANDA . MARIN GONZALEZ" userId="S::fern.marin@duocuc.cl::2297aa7b-50ce-4537-9205-6914c07831d4" providerId="AD" clId="Web-{D2A39F7D-6C3B-CDA6-20A0-25BE50642E60}" dt="2025-10-29T03:09:24.538" v="525" actId="20577"/>
      <pc:docMkLst>
        <pc:docMk/>
      </pc:docMkLst>
      <pc:sldChg chg="modSp">
        <pc:chgData name="FERNANDA . MARIN GONZALEZ" userId="S::fern.marin@duocuc.cl::2297aa7b-50ce-4537-9205-6914c07831d4" providerId="AD" clId="Web-{D2A39F7D-6C3B-CDA6-20A0-25BE50642E60}" dt="2025-10-28T21:10:21.008" v="1" actId="20577"/>
        <pc:sldMkLst>
          <pc:docMk/>
          <pc:sldMk cId="2391963198" sldId="256"/>
        </pc:sldMkLst>
        <pc:spChg chg="mod">
          <ac:chgData name="FERNANDA . MARIN GONZALEZ" userId="S::fern.marin@duocuc.cl::2297aa7b-50ce-4537-9205-6914c07831d4" providerId="AD" clId="Web-{D2A39F7D-6C3B-CDA6-20A0-25BE50642E60}" dt="2025-10-28T21:10:21.008" v="1" actId="20577"/>
          <ac:spMkLst>
            <pc:docMk/>
            <pc:sldMk cId="2391963198" sldId="256"/>
            <ac:spMk id="4" creationId="{E3B5815F-4341-2A3D-A22D-8F6657D201F3}"/>
          </ac:spMkLst>
        </pc:spChg>
      </pc:sldChg>
      <pc:sldChg chg="modSp">
        <pc:chgData name="FERNANDA . MARIN GONZALEZ" userId="S::fern.marin@duocuc.cl::2297aa7b-50ce-4537-9205-6914c07831d4" providerId="AD" clId="Web-{D2A39F7D-6C3B-CDA6-20A0-25BE50642E60}" dt="2025-10-29T02:35:14.166" v="417" actId="1076"/>
        <pc:sldMkLst>
          <pc:docMk/>
          <pc:sldMk cId="2436815989" sldId="257"/>
        </pc:sldMkLst>
        <pc:spChg chg="mod">
          <ac:chgData name="FERNANDA . MARIN GONZALEZ" userId="S::fern.marin@duocuc.cl::2297aa7b-50ce-4537-9205-6914c07831d4" providerId="AD" clId="Web-{D2A39F7D-6C3B-CDA6-20A0-25BE50642E60}" dt="2025-10-28T21:11:32.702" v="78" actId="20577"/>
          <ac:spMkLst>
            <pc:docMk/>
            <pc:sldMk cId="2436815989" sldId="257"/>
            <ac:spMk id="6" creationId="{54D38248-5D31-85F9-1E0F-4A607BCD5F6A}"/>
          </ac:spMkLst>
        </pc:spChg>
        <pc:spChg chg="mod">
          <ac:chgData name="FERNANDA . MARIN GONZALEZ" userId="S::fern.marin@duocuc.cl::2297aa7b-50ce-4537-9205-6914c07831d4" providerId="AD" clId="Web-{D2A39F7D-6C3B-CDA6-20A0-25BE50642E60}" dt="2025-10-29T02:35:14.166" v="417" actId="1076"/>
          <ac:spMkLst>
            <pc:docMk/>
            <pc:sldMk cId="2436815989" sldId="257"/>
            <ac:spMk id="7" creationId="{3A739E92-330D-944C-ED3E-C7F02FA216B3}"/>
          </ac:spMkLst>
        </pc:spChg>
        <pc:graphicFrameChg chg="mod modGraphic">
          <ac:chgData name="FERNANDA . MARIN GONZALEZ" userId="S::fern.marin@duocuc.cl::2297aa7b-50ce-4537-9205-6914c07831d4" providerId="AD" clId="Web-{D2A39F7D-6C3B-CDA6-20A0-25BE50642E60}" dt="2025-10-29T02:35:07.572" v="416"/>
          <ac:graphicFrameMkLst>
            <pc:docMk/>
            <pc:sldMk cId="2436815989" sldId="257"/>
            <ac:graphicFrameMk id="5" creationId="{CD98BAAD-E67E-3FB9-220F-BD3AA3645FAD}"/>
          </ac:graphicFrameMkLst>
        </pc:graphicFrameChg>
      </pc:sldChg>
      <pc:sldChg chg="modSp">
        <pc:chgData name="FERNANDA . MARIN GONZALEZ" userId="S::fern.marin@duocuc.cl::2297aa7b-50ce-4537-9205-6914c07831d4" providerId="AD" clId="Web-{D2A39F7D-6C3B-CDA6-20A0-25BE50642E60}" dt="2025-10-28T21:22:13.772" v="322" actId="20577"/>
        <pc:sldMkLst>
          <pc:docMk/>
          <pc:sldMk cId="775730755" sldId="258"/>
        </pc:sldMkLst>
        <pc:spChg chg="mod">
          <ac:chgData name="FERNANDA . MARIN GONZALEZ" userId="S::fern.marin@duocuc.cl::2297aa7b-50ce-4537-9205-6914c07831d4" providerId="AD" clId="Web-{D2A39F7D-6C3B-CDA6-20A0-25BE50642E60}" dt="2025-10-28T21:15:59.059" v="102" actId="20577"/>
          <ac:spMkLst>
            <pc:docMk/>
            <pc:sldMk cId="775730755" sldId="258"/>
            <ac:spMk id="3" creationId="{5CB288BD-84B1-DF16-6004-32D5F8A61FF7}"/>
          </ac:spMkLst>
        </pc:spChg>
        <pc:spChg chg="mod">
          <ac:chgData name="FERNANDA . MARIN GONZALEZ" userId="S::fern.marin@duocuc.cl::2297aa7b-50ce-4537-9205-6914c07831d4" providerId="AD" clId="Web-{D2A39F7D-6C3B-CDA6-20A0-25BE50642E60}" dt="2025-10-28T21:22:13.772" v="322" actId="20577"/>
          <ac:spMkLst>
            <pc:docMk/>
            <pc:sldMk cId="775730755" sldId="258"/>
            <ac:spMk id="4" creationId="{DDC84C5C-77A0-B2A2-F0BB-8A7713B865EA}"/>
          </ac:spMkLst>
        </pc:spChg>
        <pc:spChg chg="mod">
          <ac:chgData name="FERNANDA . MARIN GONZALEZ" userId="S::fern.marin@duocuc.cl::2297aa7b-50ce-4537-9205-6914c07831d4" providerId="AD" clId="Web-{D2A39F7D-6C3B-CDA6-20A0-25BE50642E60}" dt="2025-10-28T21:11:37.812" v="80" actId="20577"/>
          <ac:spMkLst>
            <pc:docMk/>
            <pc:sldMk cId="775730755" sldId="258"/>
            <ac:spMk id="6" creationId="{54D38248-5D31-85F9-1E0F-4A607BCD5F6A}"/>
          </ac:spMkLst>
        </pc:spChg>
      </pc:sldChg>
      <pc:sldChg chg="modSp">
        <pc:chgData name="FERNANDA . MARIN GONZALEZ" userId="S::fern.marin@duocuc.cl::2297aa7b-50ce-4537-9205-6914c07831d4" providerId="AD" clId="Web-{D2A39F7D-6C3B-CDA6-20A0-25BE50642E60}" dt="2025-10-28T21:26:45.078" v="345" actId="20577"/>
        <pc:sldMkLst>
          <pc:docMk/>
          <pc:sldMk cId="2717669782" sldId="259"/>
        </pc:sldMkLst>
        <pc:spChg chg="mod">
          <ac:chgData name="FERNANDA . MARIN GONZALEZ" userId="S::fern.marin@duocuc.cl::2297aa7b-50ce-4537-9205-6914c07831d4" providerId="AD" clId="Web-{D2A39F7D-6C3B-CDA6-20A0-25BE50642E60}" dt="2025-10-28T21:24:43.667" v="330" actId="20577"/>
          <ac:spMkLst>
            <pc:docMk/>
            <pc:sldMk cId="2717669782" sldId="259"/>
            <ac:spMk id="3" creationId="{08D4A171-2FE3-5173-34E6-9DC3D74E7376}"/>
          </ac:spMkLst>
        </pc:spChg>
        <pc:spChg chg="mod">
          <ac:chgData name="FERNANDA . MARIN GONZALEZ" userId="S::fern.marin@duocuc.cl::2297aa7b-50ce-4537-9205-6914c07831d4" providerId="AD" clId="Web-{D2A39F7D-6C3B-CDA6-20A0-25BE50642E60}" dt="2025-10-28T21:26:45.078" v="345" actId="20577"/>
          <ac:spMkLst>
            <pc:docMk/>
            <pc:sldMk cId="2717669782" sldId="259"/>
            <ac:spMk id="4" creationId="{7E63425F-86F4-531E-E0F5-7A349604A51E}"/>
          </ac:spMkLst>
        </pc:spChg>
        <pc:spChg chg="mod">
          <ac:chgData name="FERNANDA . MARIN GONZALEZ" userId="S::fern.marin@duocuc.cl::2297aa7b-50ce-4537-9205-6914c07831d4" providerId="AD" clId="Web-{D2A39F7D-6C3B-CDA6-20A0-25BE50642E60}" dt="2025-10-28T21:11:39.531" v="82" actId="20577"/>
          <ac:spMkLst>
            <pc:docMk/>
            <pc:sldMk cId="2717669782" sldId="259"/>
            <ac:spMk id="6" creationId="{54D38248-5D31-85F9-1E0F-4A607BCD5F6A}"/>
          </ac:spMkLst>
        </pc:spChg>
      </pc:sldChg>
      <pc:sldChg chg="addSp delSp modSp">
        <pc:chgData name="FERNANDA . MARIN GONZALEZ" userId="S::fern.marin@duocuc.cl::2297aa7b-50ce-4537-9205-6914c07831d4" providerId="AD" clId="Web-{D2A39F7D-6C3B-CDA6-20A0-25BE50642E60}" dt="2025-10-29T03:09:24.538" v="525" actId="20577"/>
        <pc:sldMkLst>
          <pc:docMk/>
          <pc:sldMk cId="3964199749" sldId="260"/>
        </pc:sldMkLst>
        <pc:spChg chg="add mod">
          <ac:chgData name="FERNANDA . MARIN GONZALEZ" userId="S::fern.marin@duocuc.cl::2297aa7b-50ce-4537-9205-6914c07831d4" providerId="AD" clId="Web-{D2A39F7D-6C3B-CDA6-20A0-25BE50642E60}" dt="2025-10-29T03:09:24.538" v="525" actId="20577"/>
          <ac:spMkLst>
            <pc:docMk/>
            <pc:sldMk cId="3964199749" sldId="260"/>
            <ac:spMk id="4" creationId="{D29775C4-148D-FA30-FAA5-21EB69B6D456}"/>
          </ac:spMkLst>
        </pc:spChg>
        <pc:spChg chg="mod">
          <ac:chgData name="FERNANDA . MARIN GONZALEZ" userId="S::fern.marin@duocuc.cl::2297aa7b-50ce-4537-9205-6914c07831d4" providerId="AD" clId="Web-{D2A39F7D-6C3B-CDA6-20A0-25BE50642E60}" dt="2025-10-28T21:11:48.297" v="86" actId="20577"/>
          <ac:spMkLst>
            <pc:docMk/>
            <pc:sldMk cId="3964199749" sldId="260"/>
            <ac:spMk id="6" creationId="{54D38248-5D31-85F9-1E0F-4A607BCD5F6A}"/>
          </ac:spMkLst>
        </pc:spChg>
        <pc:spChg chg="mod">
          <ac:chgData name="FERNANDA . MARIN GONZALEZ" userId="S::fern.marin@duocuc.cl::2297aa7b-50ce-4537-9205-6914c07831d4" providerId="AD" clId="Web-{D2A39F7D-6C3B-CDA6-20A0-25BE50642E60}" dt="2025-10-29T02:35:28.744" v="418" actId="1076"/>
          <ac:spMkLst>
            <pc:docMk/>
            <pc:sldMk cId="3964199749" sldId="260"/>
            <ac:spMk id="7" creationId="{3A739E92-330D-944C-ED3E-C7F02FA216B3}"/>
          </ac:spMkLst>
        </pc:spChg>
        <pc:picChg chg="add mod modCrop">
          <ac:chgData name="FERNANDA . MARIN GONZALEZ" userId="S::fern.marin@duocuc.cl::2297aa7b-50ce-4537-9205-6914c07831d4" providerId="AD" clId="Web-{D2A39F7D-6C3B-CDA6-20A0-25BE50642E60}" dt="2025-10-29T03:04:50.530" v="503" actId="1076"/>
          <ac:picMkLst>
            <pc:docMk/>
            <pc:sldMk cId="3964199749" sldId="260"/>
            <ac:picMk id="3" creationId="{0DE37DC5-DC31-FF8C-2095-4C9438C0B40C}"/>
          </ac:picMkLst>
        </pc:picChg>
      </pc:sldChg>
      <pc:sldChg chg="modSp">
        <pc:chgData name="FERNANDA . MARIN GONZALEZ" userId="S::fern.marin@duocuc.cl::2297aa7b-50ce-4537-9205-6914c07831d4" providerId="AD" clId="Web-{D2A39F7D-6C3B-CDA6-20A0-25BE50642E60}" dt="2025-10-28T21:11:50.078" v="88" actId="20577"/>
        <pc:sldMkLst>
          <pc:docMk/>
          <pc:sldMk cId="3324313383" sldId="262"/>
        </pc:sldMkLst>
        <pc:spChg chg="mod">
          <ac:chgData name="FERNANDA . MARIN GONZALEZ" userId="S::fern.marin@duocuc.cl::2297aa7b-50ce-4537-9205-6914c07831d4" providerId="AD" clId="Web-{D2A39F7D-6C3B-CDA6-20A0-25BE50642E60}" dt="2025-10-28T21:11:50.078" v="88" actId="20577"/>
          <ac:spMkLst>
            <pc:docMk/>
            <pc:sldMk cId="3324313383" sldId="262"/>
            <ac:spMk id="6" creationId="{54D38248-5D31-85F9-1E0F-4A607BCD5F6A}"/>
          </ac:spMkLst>
        </pc:spChg>
      </pc:sldChg>
      <pc:sldChg chg="modSp">
        <pc:chgData name="FERNANDA . MARIN GONZALEZ" userId="S::fern.marin@duocuc.cl::2297aa7b-50ce-4537-9205-6914c07831d4" providerId="AD" clId="Web-{D2A39F7D-6C3B-CDA6-20A0-25BE50642E60}" dt="2025-10-28T21:11:53" v="89" actId="20577"/>
        <pc:sldMkLst>
          <pc:docMk/>
          <pc:sldMk cId="1890491460" sldId="263"/>
        </pc:sldMkLst>
        <pc:spChg chg="mod">
          <ac:chgData name="FERNANDA . MARIN GONZALEZ" userId="S::fern.marin@duocuc.cl::2297aa7b-50ce-4537-9205-6914c07831d4" providerId="AD" clId="Web-{D2A39F7D-6C3B-CDA6-20A0-25BE50642E60}" dt="2025-10-28T21:11:53" v="89" actId="20577"/>
          <ac:spMkLst>
            <pc:docMk/>
            <pc:sldMk cId="1890491460" sldId="263"/>
            <ac:spMk id="6" creationId="{54D38248-5D31-85F9-1E0F-4A607BCD5F6A}"/>
          </ac:spMkLst>
        </pc:spChg>
      </pc:sldChg>
      <pc:sldChg chg="addSp delSp modSp">
        <pc:chgData name="FERNANDA . MARIN GONZALEZ" userId="S::fern.marin@duocuc.cl::2297aa7b-50ce-4537-9205-6914c07831d4" providerId="AD" clId="Web-{D2A39F7D-6C3B-CDA6-20A0-25BE50642E60}" dt="2025-10-29T02:45:12.465" v="486" actId="20577"/>
        <pc:sldMkLst>
          <pc:docMk/>
          <pc:sldMk cId="3299956469" sldId="264"/>
        </pc:sldMkLst>
        <pc:spChg chg="add mod">
          <ac:chgData name="FERNANDA . MARIN GONZALEZ" userId="S::fern.marin@duocuc.cl::2297aa7b-50ce-4537-9205-6914c07831d4" providerId="AD" clId="Web-{D2A39F7D-6C3B-CDA6-20A0-25BE50642E60}" dt="2025-10-28T21:31:02.232" v="384" actId="20577"/>
          <ac:spMkLst>
            <pc:docMk/>
            <pc:sldMk cId="3299956469" sldId="264"/>
            <ac:spMk id="2" creationId="{FB767031-B7FE-44F1-F262-D67B7906CB03}"/>
          </ac:spMkLst>
        </pc:spChg>
        <pc:spChg chg="add mod">
          <ac:chgData name="FERNANDA . MARIN GONZALEZ" userId="S::fern.marin@duocuc.cl::2297aa7b-50ce-4537-9205-6914c07831d4" providerId="AD" clId="Web-{D2A39F7D-6C3B-CDA6-20A0-25BE50642E60}" dt="2025-10-28T21:31:04.623" v="386" actId="20577"/>
          <ac:spMkLst>
            <pc:docMk/>
            <pc:sldMk cId="3299956469" sldId="264"/>
            <ac:spMk id="3" creationId="{96B4E972-7382-B5FC-87F8-8DDF06173B6B}"/>
          </ac:spMkLst>
        </pc:spChg>
        <pc:spChg chg="add mod">
          <ac:chgData name="FERNANDA . MARIN GONZALEZ" userId="S::fern.marin@duocuc.cl::2297aa7b-50ce-4537-9205-6914c07831d4" providerId="AD" clId="Web-{D2A39F7D-6C3B-CDA6-20A0-25BE50642E60}" dt="2025-10-29T02:40:15.779" v="447" actId="20577"/>
          <ac:spMkLst>
            <pc:docMk/>
            <pc:sldMk cId="3299956469" sldId="264"/>
            <ac:spMk id="4" creationId="{28FDDB1D-DF85-CDF9-72E6-C32D5897E05B}"/>
          </ac:spMkLst>
        </pc:spChg>
        <pc:spChg chg="add mod">
          <ac:chgData name="FERNANDA . MARIN GONZALEZ" userId="S::fern.marin@duocuc.cl::2297aa7b-50ce-4537-9205-6914c07831d4" providerId="AD" clId="Web-{D2A39F7D-6C3B-CDA6-20A0-25BE50642E60}" dt="2025-10-29T02:45:12.465" v="486" actId="20577"/>
          <ac:spMkLst>
            <pc:docMk/>
            <pc:sldMk cId="3299956469" sldId="264"/>
            <ac:spMk id="5" creationId="{746A4873-CA5C-1D3A-005B-CE9508470016}"/>
          </ac:spMkLst>
        </pc:spChg>
        <pc:spChg chg="mod">
          <ac:chgData name="FERNANDA . MARIN GONZALEZ" userId="S::fern.marin@duocuc.cl::2297aa7b-50ce-4537-9205-6914c07831d4" providerId="AD" clId="Web-{D2A39F7D-6C3B-CDA6-20A0-25BE50642E60}" dt="2025-10-28T21:11:44.953" v="84" actId="20577"/>
          <ac:spMkLst>
            <pc:docMk/>
            <pc:sldMk cId="3299956469" sldId="264"/>
            <ac:spMk id="6" creationId="{54D38248-5D31-85F9-1E0F-4A607BCD5F6A}"/>
          </ac:spMkLst>
        </pc:spChg>
        <pc:spChg chg="mod">
          <ac:chgData name="FERNANDA . MARIN GONZALEZ" userId="S::fern.marin@duocuc.cl::2297aa7b-50ce-4537-9205-6914c07831d4" providerId="AD" clId="Web-{D2A39F7D-6C3B-CDA6-20A0-25BE50642E60}" dt="2025-10-28T21:29:02.993" v="346" actId="1076"/>
          <ac:spMkLst>
            <pc:docMk/>
            <pc:sldMk cId="3299956469" sldId="264"/>
            <ac:spMk id="7" creationId="{3A739E92-330D-944C-ED3E-C7F02FA216B3}"/>
          </ac:spMkLst>
        </pc:spChg>
      </pc:sldChg>
      <pc:sldChg chg="modSp">
        <pc:chgData name="FERNANDA . MARIN GONZALEZ" userId="S::fern.marin@duocuc.cl::2297aa7b-50ce-4537-9205-6914c07831d4" providerId="AD" clId="Web-{D2A39F7D-6C3B-CDA6-20A0-25BE50642E60}" dt="2025-10-28T21:11:55.579" v="91" actId="20577"/>
        <pc:sldMkLst>
          <pc:docMk/>
          <pc:sldMk cId="2752457618" sldId="269"/>
        </pc:sldMkLst>
        <pc:spChg chg="mod">
          <ac:chgData name="FERNANDA . MARIN GONZALEZ" userId="S::fern.marin@duocuc.cl::2297aa7b-50ce-4537-9205-6914c07831d4" providerId="AD" clId="Web-{D2A39F7D-6C3B-CDA6-20A0-25BE50642E60}" dt="2025-10-28T21:11:55.579" v="91" actId="20577"/>
          <ac:spMkLst>
            <pc:docMk/>
            <pc:sldMk cId="2752457618" sldId="269"/>
            <ac:spMk id="6" creationId="{54D38248-5D31-85F9-1E0F-4A607BCD5F6A}"/>
          </ac:spMkLst>
        </pc:spChg>
      </pc:sldChg>
      <pc:sldChg chg="modSp">
        <pc:chgData name="FERNANDA . MARIN GONZALEZ" userId="S::fern.marin@duocuc.cl::2297aa7b-50ce-4537-9205-6914c07831d4" providerId="AD" clId="Web-{D2A39F7D-6C3B-CDA6-20A0-25BE50642E60}" dt="2025-10-28T21:12:00.688" v="93" actId="20577"/>
        <pc:sldMkLst>
          <pc:docMk/>
          <pc:sldMk cId="3405368746" sldId="270"/>
        </pc:sldMkLst>
        <pc:spChg chg="mod">
          <ac:chgData name="FERNANDA . MARIN GONZALEZ" userId="S::fern.marin@duocuc.cl::2297aa7b-50ce-4537-9205-6914c07831d4" providerId="AD" clId="Web-{D2A39F7D-6C3B-CDA6-20A0-25BE50642E60}" dt="2025-10-28T21:12:00.688" v="93" actId="20577"/>
          <ac:spMkLst>
            <pc:docMk/>
            <pc:sldMk cId="3405368746" sldId="270"/>
            <ac:spMk id="6" creationId="{54D38248-5D31-85F9-1E0F-4A607BCD5F6A}"/>
          </ac:spMkLst>
        </pc:spChg>
      </pc:sldChg>
    </pc:docChg>
  </pc:docChgLst>
  <pc:docChgLst>
    <pc:chgData name="FERNANDA . MARIN GONZALEZ" userId="S::fern.marin@duocuc.cl::2297aa7b-50ce-4537-9205-6914c07831d4" providerId="AD" clId="Web-{A9CECCA7-DA54-94EA-0D51-1BCEC4F24117}"/>
    <pc:docChg chg="addSld delSld modSld">
      <pc:chgData name="FERNANDA . MARIN GONZALEZ" userId="S::fern.marin@duocuc.cl::2297aa7b-50ce-4537-9205-6914c07831d4" providerId="AD" clId="Web-{A9CECCA7-DA54-94EA-0D51-1BCEC4F24117}" dt="2025-10-30T02:47:12.182" v="493" actId="20577"/>
      <pc:docMkLst>
        <pc:docMk/>
      </pc:docMkLst>
      <pc:sldChg chg="addSp delSp modSp">
        <pc:chgData name="FERNANDA . MARIN GONZALEZ" userId="S::fern.marin@duocuc.cl::2297aa7b-50ce-4537-9205-6914c07831d4" providerId="AD" clId="Web-{A9CECCA7-DA54-94EA-0D51-1BCEC4F24117}" dt="2025-10-30T02:22:46.015" v="489"/>
        <pc:sldMkLst>
          <pc:docMk/>
          <pc:sldMk cId="2436815989" sldId="257"/>
        </pc:sldMkLst>
        <pc:graphicFrameChg chg="add del mod modGraphic">
          <ac:chgData name="FERNANDA . MARIN GONZALEZ" userId="S::fern.marin@duocuc.cl::2297aa7b-50ce-4537-9205-6914c07831d4" providerId="AD" clId="Web-{A9CECCA7-DA54-94EA-0D51-1BCEC4F24117}" dt="2025-10-30T02:22:46.015" v="489"/>
          <ac:graphicFrameMkLst>
            <pc:docMk/>
            <pc:sldMk cId="2436815989" sldId="257"/>
            <ac:graphicFrameMk id="5" creationId="{CD98BAAD-E67E-3FB9-220F-BD3AA3645FAD}"/>
          </ac:graphicFrameMkLst>
        </pc:graphicFrameChg>
      </pc:sldChg>
      <pc:sldChg chg="addSp delSp modSp">
        <pc:chgData name="FERNANDA . MARIN GONZALEZ" userId="S::fern.marin@duocuc.cl::2297aa7b-50ce-4537-9205-6914c07831d4" providerId="AD" clId="Web-{A9CECCA7-DA54-94EA-0D51-1BCEC4F24117}" dt="2025-10-30T02:47:12.182" v="493" actId="20577"/>
        <pc:sldMkLst>
          <pc:docMk/>
          <pc:sldMk cId="3324313383" sldId="262"/>
        </pc:sldMkLst>
        <pc:spChg chg="mod">
          <ac:chgData name="FERNANDA . MARIN GONZALEZ" userId="S::fern.marin@duocuc.cl::2297aa7b-50ce-4537-9205-6914c07831d4" providerId="AD" clId="Web-{A9CECCA7-DA54-94EA-0D51-1BCEC4F24117}" dt="2025-10-30T02:47:12.182" v="493" actId="20577"/>
          <ac:spMkLst>
            <pc:docMk/>
            <pc:sldMk cId="3324313383" sldId="262"/>
            <ac:spMk id="7" creationId="{3A739E92-330D-944C-ED3E-C7F02FA216B3}"/>
          </ac:spMkLst>
        </pc:spChg>
        <pc:graphicFrameChg chg="add mod modGraphic">
          <ac:chgData name="FERNANDA . MARIN GONZALEZ" userId="S::fern.marin@duocuc.cl::2297aa7b-50ce-4537-9205-6914c07831d4" providerId="AD" clId="Web-{A9CECCA7-DA54-94EA-0D51-1BCEC4F24117}" dt="2025-10-30T01:18:10.398" v="27" actId="1076"/>
          <ac:graphicFrameMkLst>
            <pc:docMk/>
            <pc:sldMk cId="3324313383" sldId="262"/>
            <ac:graphicFrameMk id="3" creationId="{2DC2EB75-2991-D9F7-0FF2-6CD60DDDBBE3}"/>
          </ac:graphicFrameMkLst>
        </pc:graphicFrameChg>
      </pc:sldChg>
      <pc:sldChg chg="addSp delSp modSp">
        <pc:chgData name="FERNANDA . MARIN GONZALEZ" userId="S::fern.marin@duocuc.cl::2297aa7b-50ce-4537-9205-6914c07831d4" providerId="AD" clId="Web-{A9CECCA7-DA54-94EA-0D51-1BCEC4F24117}" dt="2025-10-30T02:19:07.665" v="480" actId="14100"/>
        <pc:sldMkLst>
          <pc:docMk/>
          <pc:sldMk cId="1890491460" sldId="263"/>
        </pc:sldMkLst>
        <pc:spChg chg="mod">
          <ac:chgData name="FERNANDA . MARIN GONZALEZ" userId="S::fern.marin@duocuc.cl::2297aa7b-50ce-4537-9205-6914c07831d4" providerId="AD" clId="Web-{A9CECCA7-DA54-94EA-0D51-1BCEC4F24117}" dt="2025-10-30T01:35:47.890" v="62" actId="1076"/>
          <ac:spMkLst>
            <pc:docMk/>
            <pc:sldMk cId="1890491460" sldId="263"/>
            <ac:spMk id="7" creationId="{3A739E92-330D-944C-ED3E-C7F02FA216B3}"/>
          </ac:spMkLst>
        </pc:spChg>
      </pc:sldChg>
      <pc:sldChg chg="addSp modSp">
        <pc:chgData name="FERNANDA . MARIN GONZALEZ" userId="S::fern.marin@duocuc.cl::2297aa7b-50ce-4537-9205-6914c07831d4" providerId="AD" clId="Web-{A9CECCA7-DA54-94EA-0D51-1BCEC4F24117}" dt="2025-10-30T02:21:14.013" v="482" actId="1076"/>
        <pc:sldMkLst>
          <pc:docMk/>
          <pc:sldMk cId="3405368746" sldId="270"/>
        </pc:sldMkLst>
        <pc:spChg chg="mod">
          <ac:chgData name="FERNANDA . MARIN GONZALEZ" userId="S::fern.marin@duocuc.cl::2297aa7b-50ce-4537-9205-6914c07831d4" providerId="AD" clId="Web-{A9CECCA7-DA54-94EA-0D51-1BCEC4F24117}" dt="2025-10-30T01:21:50.109" v="29" actId="1076"/>
          <ac:spMkLst>
            <pc:docMk/>
            <pc:sldMk cId="3405368746" sldId="270"/>
            <ac:spMk id="2" creationId="{8F71F29F-9179-D0E1-6995-CA33A6D51B09}"/>
          </ac:spMkLst>
        </pc:spChg>
        <pc:spChg chg="mod">
          <ac:chgData name="FERNANDA . MARIN GONZALEZ" userId="S::fern.marin@duocuc.cl::2297aa7b-50ce-4537-9205-6914c07831d4" providerId="AD" clId="Web-{A9CECCA7-DA54-94EA-0D51-1BCEC4F24117}" dt="2025-10-30T01:21:43.405" v="28" actId="1076"/>
          <ac:spMkLst>
            <pc:docMk/>
            <pc:sldMk cId="3405368746" sldId="270"/>
            <ac:spMk id="7" creationId="{3A739E92-330D-944C-ED3E-C7F02FA216B3}"/>
          </ac:spMkLst>
        </pc:spChg>
        <pc:spChg chg="mod">
          <ac:chgData name="FERNANDA . MARIN GONZALEZ" userId="S::fern.marin@duocuc.cl::2297aa7b-50ce-4537-9205-6914c07831d4" providerId="AD" clId="Web-{A9CECCA7-DA54-94EA-0D51-1BCEC4F24117}" dt="2025-10-30T01:21:50.140" v="33" actId="1076"/>
          <ac:spMkLst>
            <pc:docMk/>
            <pc:sldMk cId="3405368746" sldId="270"/>
            <ac:spMk id="8" creationId="{325CE2F4-3261-B72A-4DF8-A0D5F286B794}"/>
          </ac:spMkLst>
        </pc:spChg>
        <pc:spChg chg="mod">
          <ac:chgData name="FERNANDA . MARIN GONZALEZ" userId="S::fern.marin@duocuc.cl::2297aa7b-50ce-4537-9205-6914c07831d4" providerId="AD" clId="Web-{A9CECCA7-DA54-94EA-0D51-1BCEC4F24117}" dt="2025-10-30T01:21:50.140" v="34" actId="1076"/>
          <ac:spMkLst>
            <pc:docMk/>
            <pc:sldMk cId="3405368746" sldId="270"/>
            <ac:spMk id="10" creationId="{F84D2952-45DB-F87A-D75E-591BD0082763}"/>
          </ac:spMkLst>
        </pc:spChg>
        <pc:spChg chg="mod">
          <ac:chgData name="FERNANDA . MARIN GONZALEZ" userId="S::fern.marin@duocuc.cl::2297aa7b-50ce-4537-9205-6914c07831d4" providerId="AD" clId="Web-{A9CECCA7-DA54-94EA-0D51-1BCEC4F24117}" dt="2025-10-30T01:21:50.140" v="35" actId="1076"/>
          <ac:spMkLst>
            <pc:docMk/>
            <pc:sldMk cId="3405368746" sldId="270"/>
            <ac:spMk id="11" creationId="{232CA8C8-09F2-78E3-7BEE-DD2DAB5A61E4}"/>
          </ac:spMkLst>
        </pc:spChg>
        <pc:spChg chg="mod">
          <ac:chgData name="FERNANDA . MARIN GONZALEZ" userId="S::fern.marin@duocuc.cl::2297aa7b-50ce-4537-9205-6914c07831d4" providerId="AD" clId="Web-{A9CECCA7-DA54-94EA-0D51-1BCEC4F24117}" dt="2025-10-30T01:21:50.156" v="36" actId="1076"/>
          <ac:spMkLst>
            <pc:docMk/>
            <pc:sldMk cId="3405368746" sldId="270"/>
            <ac:spMk id="12" creationId="{F35851E1-4903-4CFF-F8AE-858366FB648E}"/>
          </ac:spMkLst>
        </pc:spChg>
        <pc:spChg chg="mod">
          <ac:chgData name="FERNANDA . MARIN GONZALEZ" userId="S::fern.marin@duocuc.cl::2297aa7b-50ce-4537-9205-6914c07831d4" providerId="AD" clId="Web-{A9CECCA7-DA54-94EA-0D51-1BCEC4F24117}" dt="2025-10-30T01:21:50.156" v="37" actId="1076"/>
          <ac:spMkLst>
            <pc:docMk/>
            <pc:sldMk cId="3405368746" sldId="270"/>
            <ac:spMk id="13" creationId="{8493C887-559F-BCC1-869F-E592981B8CCF}"/>
          </ac:spMkLst>
        </pc:spChg>
        <pc:picChg chg="mod">
          <ac:chgData name="FERNANDA . MARIN GONZALEZ" userId="S::fern.marin@duocuc.cl::2297aa7b-50ce-4537-9205-6914c07831d4" providerId="AD" clId="Web-{A9CECCA7-DA54-94EA-0D51-1BCEC4F24117}" dt="2025-10-30T01:21:50.124" v="30" actId="1076"/>
          <ac:picMkLst>
            <pc:docMk/>
            <pc:sldMk cId="3405368746" sldId="270"/>
            <ac:picMk id="3" creationId="{C2B20D77-C174-2DF3-DED7-2A70078BFF81}"/>
          </ac:picMkLst>
        </pc:picChg>
        <pc:picChg chg="mod">
          <ac:chgData name="FERNANDA . MARIN GONZALEZ" userId="S::fern.marin@duocuc.cl::2297aa7b-50ce-4537-9205-6914c07831d4" providerId="AD" clId="Web-{A9CECCA7-DA54-94EA-0D51-1BCEC4F24117}" dt="2025-10-30T01:21:50.124" v="31" actId="1076"/>
          <ac:picMkLst>
            <pc:docMk/>
            <pc:sldMk cId="3405368746" sldId="270"/>
            <ac:picMk id="4" creationId="{0AD4C5E4-EE04-442A-A914-B9B6E60D7D8F}"/>
          </ac:picMkLst>
        </pc:picChg>
        <pc:picChg chg="mod">
          <ac:chgData name="FERNANDA . MARIN GONZALEZ" userId="S::fern.marin@duocuc.cl::2297aa7b-50ce-4537-9205-6914c07831d4" providerId="AD" clId="Web-{A9CECCA7-DA54-94EA-0D51-1BCEC4F24117}" dt="2025-10-30T01:21:50.124" v="32" actId="1076"/>
          <ac:picMkLst>
            <pc:docMk/>
            <pc:sldMk cId="3405368746" sldId="270"/>
            <ac:picMk id="5" creationId="{3ED6DD1A-39BD-0ECC-33A0-E5484F8A56DD}"/>
          </ac:picMkLst>
        </pc:picChg>
        <pc:picChg chg="mod">
          <ac:chgData name="FERNANDA . MARIN GONZALEZ" userId="S::fern.marin@duocuc.cl::2297aa7b-50ce-4537-9205-6914c07831d4" providerId="AD" clId="Web-{A9CECCA7-DA54-94EA-0D51-1BCEC4F24117}" dt="2025-10-30T01:21:50.156" v="38" actId="1076"/>
          <ac:picMkLst>
            <pc:docMk/>
            <pc:sldMk cId="3405368746" sldId="270"/>
            <ac:picMk id="14" creationId="{AC07C232-6B26-4B2D-8E7E-77D08EFABBE7}"/>
          </ac:picMkLst>
        </pc:picChg>
        <pc:picChg chg="mod">
          <ac:chgData name="FERNANDA . MARIN GONZALEZ" userId="S::fern.marin@duocuc.cl::2297aa7b-50ce-4537-9205-6914c07831d4" providerId="AD" clId="Web-{A9CECCA7-DA54-94EA-0D51-1BCEC4F24117}" dt="2025-10-30T01:21:50.171" v="39" actId="1076"/>
          <ac:picMkLst>
            <pc:docMk/>
            <pc:sldMk cId="3405368746" sldId="270"/>
            <ac:picMk id="15" creationId="{2AF801C9-9434-B169-FE34-BC68655A05E9}"/>
          </ac:picMkLst>
        </pc:picChg>
        <pc:picChg chg="mod">
          <ac:chgData name="FERNANDA . MARIN GONZALEZ" userId="S::fern.marin@duocuc.cl::2297aa7b-50ce-4537-9205-6914c07831d4" providerId="AD" clId="Web-{A9CECCA7-DA54-94EA-0D51-1BCEC4F24117}" dt="2025-10-30T01:21:50.171" v="40" actId="1076"/>
          <ac:picMkLst>
            <pc:docMk/>
            <pc:sldMk cId="3405368746" sldId="270"/>
            <ac:picMk id="16" creationId="{DA0BF3B9-9F46-1B52-95BA-B32643A934AA}"/>
          </ac:picMkLst>
        </pc:picChg>
        <pc:picChg chg="mod">
          <ac:chgData name="FERNANDA . MARIN GONZALEZ" userId="S::fern.marin@duocuc.cl::2297aa7b-50ce-4537-9205-6914c07831d4" providerId="AD" clId="Web-{A9CECCA7-DA54-94EA-0D51-1BCEC4F24117}" dt="2025-10-30T01:21:50.187" v="41" actId="1076"/>
          <ac:picMkLst>
            <pc:docMk/>
            <pc:sldMk cId="3405368746" sldId="270"/>
            <ac:picMk id="17" creationId="{851A4086-8B09-B6F0-920D-19E918973163}"/>
          </ac:picMkLst>
        </pc:picChg>
        <pc:picChg chg="mod">
          <ac:chgData name="FERNANDA . MARIN GONZALEZ" userId="S::fern.marin@duocuc.cl::2297aa7b-50ce-4537-9205-6914c07831d4" providerId="AD" clId="Web-{A9CECCA7-DA54-94EA-0D51-1BCEC4F24117}" dt="2025-10-30T01:21:50.187" v="42" actId="1076"/>
          <ac:picMkLst>
            <pc:docMk/>
            <pc:sldMk cId="3405368746" sldId="270"/>
            <ac:picMk id="18" creationId="{1E3BC1E5-23F2-F068-BC78-5199295AF9B7}"/>
          </ac:picMkLst>
        </pc:picChg>
        <pc:picChg chg="mod">
          <ac:chgData name="FERNANDA . MARIN GONZALEZ" userId="S::fern.marin@duocuc.cl::2297aa7b-50ce-4537-9205-6914c07831d4" providerId="AD" clId="Web-{A9CECCA7-DA54-94EA-0D51-1BCEC4F24117}" dt="2025-10-30T01:21:50.187" v="43" actId="1076"/>
          <ac:picMkLst>
            <pc:docMk/>
            <pc:sldMk cId="3405368746" sldId="270"/>
            <ac:picMk id="19" creationId="{EA5166EC-5F9D-0754-A4E4-9BE257CA0A39}"/>
          </ac:picMkLst>
        </pc:picChg>
        <pc:picChg chg="add mod">
          <ac:chgData name="FERNANDA . MARIN GONZALEZ" userId="S::fern.marin@duocuc.cl::2297aa7b-50ce-4537-9205-6914c07831d4" providerId="AD" clId="Web-{A9CECCA7-DA54-94EA-0D51-1BCEC4F24117}" dt="2025-10-30T02:21:14.013" v="482" actId="1076"/>
          <ac:picMkLst>
            <pc:docMk/>
            <pc:sldMk cId="3405368746" sldId="270"/>
            <ac:picMk id="20" creationId="{9B5FEA53-106F-AA1C-59C3-E76CA16ACD0C}"/>
          </ac:picMkLst>
        </pc:picChg>
      </pc:sldChg>
    </pc:docChg>
  </pc:docChgLst>
  <pc:docChgLst>
    <pc:chgData name="JAVIERA . BUSTAMANTE PEREZ" userId="S::jav.bustamantep@duocuc.cl::4b23c5b5-4e14-4c6f-808f-2a16f656b841" providerId="AD" clId="Web-{57F0D7E8-F1BB-3271-2A2F-9907B9E74309}"/>
    <pc:docChg chg="addSld delSld modSld">
      <pc:chgData name="JAVIERA . BUSTAMANTE PEREZ" userId="S::jav.bustamantep@duocuc.cl::4b23c5b5-4e14-4c6f-808f-2a16f656b841" providerId="AD" clId="Web-{57F0D7E8-F1BB-3271-2A2F-9907B9E74309}" dt="2025-10-29T20:51:05.061" v="215" actId="20577"/>
      <pc:docMkLst>
        <pc:docMk/>
      </pc:docMkLst>
      <pc:sldChg chg="addSp modSp">
        <pc:chgData name="JAVIERA . BUSTAMANTE PEREZ" userId="S::jav.bustamantep@duocuc.cl::4b23c5b5-4e14-4c6f-808f-2a16f656b841" providerId="AD" clId="Web-{57F0D7E8-F1BB-3271-2A2F-9907B9E74309}" dt="2025-10-29T20:51:05.061" v="215" actId="20577"/>
        <pc:sldMkLst>
          <pc:docMk/>
          <pc:sldMk cId="2904893737" sldId="267"/>
        </pc:sldMkLst>
        <pc:spChg chg="add mod">
          <ac:chgData name="JAVIERA . BUSTAMANTE PEREZ" userId="S::jav.bustamantep@duocuc.cl::4b23c5b5-4e14-4c6f-808f-2a16f656b841" providerId="AD" clId="Web-{57F0D7E8-F1BB-3271-2A2F-9907B9E74309}" dt="2025-10-29T20:51:05.061" v="215" actId="20577"/>
          <ac:spMkLst>
            <pc:docMk/>
            <pc:sldMk cId="2904893737" sldId="267"/>
            <ac:spMk id="3" creationId="{DF4216C6-85BE-D046-EA51-75F6C9024AEF}"/>
          </ac:spMkLst>
        </pc:spChg>
        <pc:picChg chg="add mod">
          <ac:chgData name="JAVIERA . BUSTAMANTE PEREZ" userId="S::jav.bustamantep@duocuc.cl::4b23c5b5-4e14-4c6f-808f-2a16f656b841" providerId="AD" clId="Web-{57F0D7E8-F1BB-3271-2A2F-9907B9E74309}" dt="2025-10-29T20:22:43.534" v="177" actId="1076"/>
          <ac:picMkLst>
            <pc:docMk/>
            <pc:sldMk cId="2904893737" sldId="267"/>
            <ac:picMk id="2" creationId="{B0A3A417-E282-B17C-3B23-FDB843059511}"/>
          </ac:picMkLst>
        </pc:picChg>
      </pc:sldChg>
      <pc:sldChg chg="addSp modSp">
        <pc:chgData name="JAVIERA . BUSTAMANTE PEREZ" userId="S::jav.bustamantep@duocuc.cl::4b23c5b5-4e14-4c6f-808f-2a16f656b841" providerId="AD" clId="Web-{57F0D7E8-F1BB-3271-2A2F-9907B9E74309}" dt="2025-10-29T20:21:05.173" v="174" actId="1076"/>
        <pc:sldMkLst>
          <pc:docMk/>
          <pc:sldMk cId="3405368746" sldId="270"/>
        </pc:sldMkLst>
        <pc:spChg chg="add mod">
          <ac:chgData name="JAVIERA . BUSTAMANTE PEREZ" userId="S::jav.bustamantep@duocuc.cl::4b23c5b5-4e14-4c6f-808f-2a16f656b841" providerId="AD" clId="Web-{57F0D7E8-F1BB-3271-2A2F-9907B9E74309}" dt="2025-10-29T20:20:01.344" v="166" actId="20577"/>
          <ac:spMkLst>
            <pc:docMk/>
            <pc:sldMk cId="3405368746" sldId="270"/>
            <ac:spMk id="2" creationId="{8F71F29F-9179-D0E1-6995-CA33A6D51B09}"/>
          </ac:spMkLst>
        </pc:spChg>
        <pc:spChg chg="add mod">
          <ac:chgData name="JAVIERA . BUSTAMANTE PEREZ" userId="S::jav.bustamantep@duocuc.cl::4b23c5b5-4e14-4c6f-808f-2a16f656b841" providerId="AD" clId="Web-{57F0D7E8-F1BB-3271-2A2F-9907B9E74309}" dt="2025-10-29T20:20:04.547" v="167" actId="20577"/>
          <ac:spMkLst>
            <pc:docMk/>
            <pc:sldMk cId="3405368746" sldId="270"/>
            <ac:spMk id="8" creationId="{325CE2F4-3261-B72A-4DF8-A0D5F286B794}"/>
          </ac:spMkLst>
        </pc:spChg>
        <pc:spChg chg="add mod">
          <ac:chgData name="JAVIERA . BUSTAMANTE PEREZ" userId="S::jav.bustamantep@duocuc.cl::4b23c5b5-4e14-4c6f-808f-2a16f656b841" providerId="AD" clId="Web-{57F0D7E8-F1BB-3271-2A2F-9907B9E74309}" dt="2025-10-29T20:20:08.344" v="169" actId="20577"/>
          <ac:spMkLst>
            <pc:docMk/>
            <pc:sldMk cId="3405368746" sldId="270"/>
            <ac:spMk id="10" creationId="{F84D2952-45DB-F87A-D75E-591BD0082763}"/>
          </ac:spMkLst>
        </pc:spChg>
        <pc:spChg chg="add mod">
          <ac:chgData name="JAVIERA . BUSTAMANTE PEREZ" userId="S::jav.bustamantep@duocuc.cl::4b23c5b5-4e14-4c6f-808f-2a16f656b841" providerId="AD" clId="Web-{57F0D7E8-F1BB-3271-2A2F-9907B9E74309}" dt="2025-10-29T20:20:10.969" v="170" actId="20577"/>
          <ac:spMkLst>
            <pc:docMk/>
            <pc:sldMk cId="3405368746" sldId="270"/>
            <ac:spMk id="11" creationId="{232CA8C8-09F2-78E3-7BEE-DD2DAB5A61E4}"/>
          </ac:spMkLst>
        </pc:spChg>
        <pc:spChg chg="add mod">
          <ac:chgData name="JAVIERA . BUSTAMANTE PEREZ" userId="S::jav.bustamantep@duocuc.cl::4b23c5b5-4e14-4c6f-808f-2a16f656b841" providerId="AD" clId="Web-{57F0D7E8-F1BB-3271-2A2F-9907B9E74309}" dt="2025-10-29T20:20:14.079" v="171" actId="20577"/>
          <ac:spMkLst>
            <pc:docMk/>
            <pc:sldMk cId="3405368746" sldId="270"/>
            <ac:spMk id="12" creationId="{F35851E1-4903-4CFF-F8AE-858366FB648E}"/>
          </ac:spMkLst>
        </pc:spChg>
        <pc:spChg chg="add mod">
          <ac:chgData name="JAVIERA . BUSTAMANTE PEREZ" userId="S::jav.bustamantep@duocuc.cl::4b23c5b5-4e14-4c6f-808f-2a16f656b841" providerId="AD" clId="Web-{57F0D7E8-F1BB-3271-2A2F-9907B9E74309}" dt="2025-10-29T20:20:20.657" v="173" actId="14100"/>
          <ac:spMkLst>
            <pc:docMk/>
            <pc:sldMk cId="3405368746" sldId="270"/>
            <ac:spMk id="13" creationId="{8493C887-559F-BCC1-869F-E592981B8CCF}"/>
          </ac:spMkLst>
        </pc:spChg>
        <pc:picChg chg="add mod">
          <ac:chgData name="JAVIERA . BUSTAMANTE PEREZ" userId="S::jav.bustamantep@duocuc.cl::4b23c5b5-4e14-4c6f-808f-2a16f656b841" providerId="AD" clId="Web-{57F0D7E8-F1BB-3271-2A2F-9907B9E74309}" dt="2025-10-29T20:19:52.922" v="152" actId="1076"/>
          <ac:picMkLst>
            <pc:docMk/>
            <pc:sldMk cId="3405368746" sldId="270"/>
            <ac:picMk id="3" creationId="{C2B20D77-C174-2DF3-DED7-2A70078BFF81}"/>
          </ac:picMkLst>
        </pc:picChg>
        <pc:picChg chg="add mod">
          <ac:chgData name="JAVIERA . BUSTAMANTE PEREZ" userId="S::jav.bustamantep@duocuc.cl::4b23c5b5-4e14-4c6f-808f-2a16f656b841" providerId="AD" clId="Web-{57F0D7E8-F1BB-3271-2A2F-9907B9E74309}" dt="2025-10-29T20:19:52.922" v="153" actId="1076"/>
          <ac:picMkLst>
            <pc:docMk/>
            <pc:sldMk cId="3405368746" sldId="270"/>
            <ac:picMk id="4" creationId="{0AD4C5E4-EE04-442A-A914-B9B6E60D7D8F}"/>
          </ac:picMkLst>
        </pc:picChg>
        <pc:picChg chg="add mod">
          <ac:chgData name="JAVIERA . BUSTAMANTE PEREZ" userId="S::jav.bustamantep@duocuc.cl::4b23c5b5-4e14-4c6f-808f-2a16f656b841" providerId="AD" clId="Web-{57F0D7E8-F1BB-3271-2A2F-9907B9E74309}" dt="2025-10-29T20:19:52.922" v="154" actId="1076"/>
          <ac:picMkLst>
            <pc:docMk/>
            <pc:sldMk cId="3405368746" sldId="270"/>
            <ac:picMk id="5" creationId="{3ED6DD1A-39BD-0ECC-33A0-E5484F8A56DD}"/>
          </ac:picMkLst>
        </pc:picChg>
        <pc:picChg chg="add mod">
          <ac:chgData name="JAVIERA . BUSTAMANTE PEREZ" userId="S::jav.bustamantep@duocuc.cl::4b23c5b5-4e14-4c6f-808f-2a16f656b841" providerId="AD" clId="Web-{57F0D7E8-F1BB-3271-2A2F-9907B9E74309}" dt="2025-10-29T20:19:52.969" v="160" actId="1076"/>
          <ac:picMkLst>
            <pc:docMk/>
            <pc:sldMk cId="3405368746" sldId="270"/>
            <ac:picMk id="14" creationId="{AC07C232-6B26-4B2D-8E7E-77D08EFABBE7}"/>
          </ac:picMkLst>
        </pc:picChg>
        <pc:picChg chg="add mod">
          <ac:chgData name="JAVIERA . BUSTAMANTE PEREZ" userId="S::jav.bustamantep@duocuc.cl::4b23c5b5-4e14-4c6f-808f-2a16f656b841" providerId="AD" clId="Web-{57F0D7E8-F1BB-3271-2A2F-9907B9E74309}" dt="2025-10-29T20:19:52.969" v="161" actId="1076"/>
          <ac:picMkLst>
            <pc:docMk/>
            <pc:sldMk cId="3405368746" sldId="270"/>
            <ac:picMk id="15" creationId="{2AF801C9-9434-B169-FE34-BC68655A05E9}"/>
          </ac:picMkLst>
        </pc:picChg>
        <pc:picChg chg="add mod">
          <ac:chgData name="JAVIERA . BUSTAMANTE PEREZ" userId="S::jav.bustamantep@duocuc.cl::4b23c5b5-4e14-4c6f-808f-2a16f656b841" providerId="AD" clId="Web-{57F0D7E8-F1BB-3271-2A2F-9907B9E74309}" dt="2025-10-29T20:19:52.984" v="162" actId="1076"/>
          <ac:picMkLst>
            <pc:docMk/>
            <pc:sldMk cId="3405368746" sldId="270"/>
            <ac:picMk id="16" creationId="{DA0BF3B9-9F46-1B52-95BA-B32643A934AA}"/>
          </ac:picMkLst>
        </pc:picChg>
        <pc:picChg chg="add mod">
          <ac:chgData name="JAVIERA . BUSTAMANTE PEREZ" userId="S::jav.bustamantep@duocuc.cl::4b23c5b5-4e14-4c6f-808f-2a16f656b841" providerId="AD" clId="Web-{57F0D7E8-F1BB-3271-2A2F-9907B9E74309}" dt="2025-10-29T20:19:52.984" v="163" actId="1076"/>
          <ac:picMkLst>
            <pc:docMk/>
            <pc:sldMk cId="3405368746" sldId="270"/>
            <ac:picMk id="17" creationId="{851A4086-8B09-B6F0-920D-19E918973163}"/>
          </ac:picMkLst>
        </pc:picChg>
        <pc:picChg chg="add mod">
          <ac:chgData name="JAVIERA . BUSTAMANTE PEREZ" userId="S::jav.bustamantep@duocuc.cl::4b23c5b5-4e14-4c6f-808f-2a16f656b841" providerId="AD" clId="Web-{57F0D7E8-F1BB-3271-2A2F-9907B9E74309}" dt="2025-10-29T20:19:52.984" v="164" actId="1076"/>
          <ac:picMkLst>
            <pc:docMk/>
            <pc:sldMk cId="3405368746" sldId="270"/>
            <ac:picMk id="18" creationId="{1E3BC1E5-23F2-F068-BC78-5199295AF9B7}"/>
          </ac:picMkLst>
        </pc:picChg>
        <pc:picChg chg="add mod">
          <ac:chgData name="JAVIERA . BUSTAMANTE PEREZ" userId="S::jav.bustamantep@duocuc.cl::4b23c5b5-4e14-4c6f-808f-2a16f656b841" providerId="AD" clId="Web-{57F0D7E8-F1BB-3271-2A2F-9907B9E74309}" dt="2025-10-29T20:21:05.173" v="174" actId="1076"/>
          <ac:picMkLst>
            <pc:docMk/>
            <pc:sldMk cId="3405368746" sldId="270"/>
            <ac:picMk id="19" creationId="{EA5166EC-5F9D-0754-A4E4-9BE257CA0A39}"/>
          </ac:picMkLst>
        </pc:picChg>
      </pc:sldChg>
    </pc:docChg>
  </pc:docChgLst>
  <pc:docChgLst>
    <pc:chgData name="JAVIERA . BUSTAMANTE PEREZ" userId="S::jav.bustamantep@duocuc.cl::4b23c5b5-4e14-4c6f-808f-2a16f656b841" providerId="AD" clId="Web-{CD78367F-D27A-97D4-0933-AE0B4F0E397F}"/>
    <pc:docChg chg="modSld">
      <pc:chgData name="JAVIERA . BUSTAMANTE PEREZ" userId="S::jav.bustamantep@duocuc.cl::4b23c5b5-4e14-4c6f-808f-2a16f656b841" providerId="AD" clId="Web-{CD78367F-D27A-97D4-0933-AE0B4F0E397F}" dt="2025-10-30T02:54:14.169" v="643" actId="20577"/>
      <pc:docMkLst>
        <pc:docMk/>
      </pc:docMkLst>
      <pc:sldChg chg="addSp delSp modSp">
        <pc:chgData name="JAVIERA . BUSTAMANTE PEREZ" userId="S::jav.bustamantep@duocuc.cl::4b23c5b5-4e14-4c6f-808f-2a16f656b841" providerId="AD" clId="Web-{CD78367F-D27A-97D4-0933-AE0B4F0E397F}" dt="2025-10-30T02:54:14.169" v="643" actId="20577"/>
        <pc:sldMkLst>
          <pc:docMk/>
          <pc:sldMk cId="1266268508" sldId="268"/>
        </pc:sldMkLst>
        <pc:spChg chg="add">
          <ac:chgData name="JAVIERA . BUSTAMANTE PEREZ" userId="S::jav.bustamantep@duocuc.cl::4b23c5b5-4e14-4c6f-808f-2a16f656b841" providerId="AD" clId="Web-{CD78367F-D27A-97D4-0933-AE0B4F0E397F}" dt="2025-10-30T02:30:26.529" v="594"/>
          <ac:spMkLst>
            <pc:docMk/>
            <pc:sldMk cId="1266268508" sldId="268"/>
            <ac:spMk id="2" creationId="{A3989512-3B30-B4F5-BBFF-90826BD7E0C2}"/>
          </ac:spMkLst>
        </pc:spChg>
        <pc:spChg chg="add mod">
          <ac:chgData name="JAVIERA . BUSTAMANTE PEREZ" userId="S::jav.bustamantep@duocuc.cl::4b23c5b5-4e14-4c6f-808f-2a16f656b841" providerId="AD" clId="Web-{CD78367F-D27A-97D4-0933-AE0B4F0E397F}" dt="2025-10-30T02:54:14.169" v="643" actId="20577"/>
          <ac:spMkLst>
            <pc:docMk/>
            <pc:sldMk cId="1266268508" sldId="268"/>
            <ac:spMk id="3" creationId="{06145CEA-556A-3DC5-2B48-AEFFD0617F63}"/>
          </ac:spMkLst>
        </pc:spChg>
        <pc:picChg chg="add mod">
          <ac:chgData name="JAVIERA . BUSTAMANTE PEREZ" userId="S::jav.bustamantep@duocuc.cl::4b23c5b5-4e14-4c6f-808f-2a16f656b841" providerId="AD" clId="Web-{CD78367F-D27A-97D4-0933-AE0B4F0E397F}" dt="2025-10-30T02:34:13.733" v="610" actId="1076"/>
          <ac:picMkLst>
            <pc:docMk/>
            <pc:sldMk cId="1266268508" sldId="268"/>
            <ac:picMk id="7" creationId="{3125CE07-FC93-0F38-71B1-25C35F3C3FD7}"/>
          </ac:picMkLst>
        </pc:picChg>
      </pc:sldChg>
      <pc:sldChg chg="addSp modSp">
        <pc:chgData name="JAVIERA . BUSTAMANTE PEREZ" userId="S::jav.bustamantep@duocuc.cl::4b23c5b5-4e14-4c6f-808f-2a16f656b841" providerId="AD" clId="Web-{CD78367F-D27A-97D4-0933-AE0B4F0E397F}" dt="2025-10-30T02:14:39.204" v="593"/>
        <pc:sldMkLst>
          <pc:docMk/>
          <pc:sldMk cId="2752457618" sldId="269"/>
        </pc:sldMkLst>
        <pc:graphicFrameChg chg="add mod modGraphic">
          <ac:chgData name="JAVIERA . BUSTAMANTE PEREZ" userId="S::jav.bustamantep@duocuc.cl::4b23c5b5-4e14-4c6f-808f-2a16f656b841" providerId="AD" clId="Web-{CD78367F-D27A-97D4-0933-AE0B4F0E397F}" dt="2025-10-30T02:14:39.204" v="593"/>
          <ac:graphicFrameMkLst>
            <pc:docMk/>
            <pc:sldMk cId="2752457618" sldId="269"/>
            <ac:graphicFrameMk id="2" creationId="{7865D6B1-2584-5047-F4A0-EA0613624488}"/>
          </ac:graphicFrameMkLst>
        </pc:graphicFrameChg>
        <pc:picChg chg="add mod">
          <ac:chgData name="JAVIERA . BUSTAMANTE PEREZ" userId="S::jav.bustamantep@duocuc.cl::4b23c5b5-4e14-4c6f-808f-2a16f656b841" providerId="AD" clId="Web-{CD78367F-D27A-97D4-0933-AE0B4F0E397F}" dt="2025-10-30T02:14:28.064" v="590" actId="1076"/>
          <ac:picMkLst>
            <pc:docMk/>
            <pc:sldMk cId="2752457618" sldId="269"/>
            <ac:picMk id="3" creationId="{6968AE58-B16E-734E-243A-65F40DC9909F}"/>
          </ac:picMkLst>
        </pc:picChg>
      </pc:sldChg>
    </pc:docChg>
  </pc:docChgLst>
  <pc:docChgLst>
    <pc:chgData name="FERNANDA . MARIN GONZALEZ" userId="S::fern.marin@duocuc.cl::2297aa7b-50ce-4537-9205-6914c07831d4" providerId="AD" clId="Web-{EE97D3B3-1EFF-E587-0623-E4128304D625}"/>
    <pc:docChg chg="modSld">
      <pc:chgData name="FERNANDA . MARIN GONZALEZ" userId="S::fern.marin@duocuc.cl::2297aa7b-50ce-4537-9205-6914c07831d4" providerId="AD" clId="Web-{EE97D3B3-1EFF-E587-0623-E4128304D625}" dt="2025-11-06T04:35:21.749" v="100" actId="20577"/>
      <pc:docMkLst>
        <pc:docMk/>
      </pc:docMkLst>
      <pc:sldChg chg="modSp">
        <pc:chgData name="FERNANDA . MARIN GONZALEZ" userId="S::fern.marin@duocuc.cl::2297aa7b-50ce-4537-9205-6914c07831d4" providerId="AD" clId="Web-{EE97D3B3-1EFF-E587-0623-E4128304D625}" dt="2025-11-06T04:35:21.749" v="100" actId="20577"/>
        <pc:sldMkLst>
          <pc:docMk/>
          <pc:sldMk cId="775730755" sldId="258"/>
        </pc:sldMkLst>
        <pc:spChg chg="mod">
          <ac:chgData name="FERNANDA . MARIN GONZALEZ" userId="S::fern.marin@duocuc.cl::2297aa7b-50ce-4537-9205-6914c07831d4" providerId="AD" clId="Web-{EE97D3B3-1EFF-E587-0623-E4128304D625}" dt="2025-11-06T04:35:21.749" v="100" actId="20577"/>
          <ac:spMkLst>
            <pc:docMk/>
            <pc:sldMk cId="775730755" sldId="258"/>
            <ac:spMk id="3" creationId="{5CB288BD-84B1-DF16-6004-32D5F8A61FF7}"/>
          </ac:spMkLst>
        </pc:spChg>
      </pc:sldChg>
      <pc:sldChg chg="addSp delSp modSp">
        <pc:chgData name="FERNANDA . MARIN GONZALEZ" userId="S::fern.marin@duocuc.cl::2297aa7b-50ce-4537-9205-6914c07831d4" providerId="AD" clId="Web-{EE97D3B3-1EFF-E587-0623-E4128304D625}" dt="2025-11-06T04:27:29.355" v="64" actId="1076"/>
        <pc:sldMkLst>
          <pc:docMk/>
          <pc:sldMk cId="1890491460" sldId="263"/>
        </pc:sldMkLst>
        <pc:spChg chg="mod">
          <ac:chgData name="FERNANDA . MARIN GONZALEZ" userId="S::fern.marin@duocuc.cl::2297aa7b-50ce-4537-9205-6914c07831d4" providerId="AD" clId="Web-{EE97D3B3-1EFF-E587-0623-E4128304D625}" dt="2025-11-06T04:24:51.821" v="37" actId="1076"/>
          <ac:spMkLst>
            <pc:docMk/>
            <pc:sldMk cId="1890491460" sldId="263"/>
            <ac:spMk id="7" creationId="{3A739E92-330D-944C-ED3E-C7F02FA216B3}"/>
          </ac:spMkLst>
        </pc:spChg>
        <pc:picChg chg="add mod ord modCrop">
          <ac:chgData name="FERNANDA . MARIN GONZALEZ" userId="S::fern.marin@duocuc.cl::2297aa7b-50ce-4537-9205-6914c07831d4" providerId="AD" clId="Web-{EE97D3B3-1EFF-E587-0623-E4128304D625}" dt="2025-11-06T04:27:29.355" v="64" actId="1076"/>
          <ac:picMkLst>
            <pc:docMk/>
            <pc:sldMk cId="1890491460" sldId="263"/>
            <ac:picMk id="4" creationId="{DEC24D8A-6627-1C10-0CF3-681713B73A15}"/>
          </ac:picMkLst>
        </pc:picChg>
      </pc:sldChg>
    </pc:docChg>
  </pc:docChgLst>
  <pc:docChgLst>
    <pc:chgData name="FERNANDA . MARIN GONZALEZ" userId="S::fern.marin@duocuc.cl::2297aa7b-50ce-4537-9205-6914c07831d4" providerId="AD" clId="Web-{28F738A6-DC09-4BE5-5E41-55085E3A6C4F}"/>
    <pc:docChg chg="modSld">
      <pc:chgData name="FERNANDA . MARIN GONZALEZ" userId="S::fern.marin@duocuc.cl::2297aa7b-50ce-4537-9205-6914c07831d4" providerId="AD" clId="Web-{28F738A6-DC09-4BE5-5E41-55085E3A6C4F}" dt="2025-11-13T05:03:02.846" v="210" actId="14100"/>
      <pc:docMkLst>
        <pc:docMk/>
      </pc:docMkLst>
      <pc:sldChg chg="addSp delSp modSp">
        <pc:chgData name="FERNANDA . MARIN GONZALEZ" userId="S::fern.marin@duocuc.cl::2297aa7b-50ce-4537-9205-6914c07831d4" providerId="AD" clId="Web-{28F738A6-DC09-4BE5-5E41-55085E3A6C4F}" dt="2025-11-13T04:47:02.974" v="182"/>
        <pc:sldMkLst>
          <pc:docMk/>
          <pc:sldMk cId="775730755" sldId="258"/>
        </pc:sldMkLst>
        <pc:spChg chg="mod">
          <ac:chgData name="FERNANDA . MARIN GONZALEZ" userId="S::fern.marin@duocuc.cl::2297aa7b-50ce-4537-9205-6914c07831d4" providerId="AD" clId="Web-{28F738A6-DC09-4BE5-5E41-55085E3A6C4F}" dt="2025-11-13T04:43:31.764" v="85" actId="1076"/>
          <ac:spMkLst>
            <pc:docMk/>
            <pc:sldMk cId="775730755" sldId="258"/>
            <ac:spMk id="4" creationId="{DDC84C5C-77A0-B2A2-F0BB-8A7713B865EA}"/>
          </ac:spMkLst>
        </pc:spChg>
      </pc:sldChg>
      <pc:sldChg chg="modSp">
        <pc:chgData name="FERNANDA . MARIN GONZALEZ" userId="S::fern.marin@duocuc.cl::2297aa7b-50ce-4537-9205-6914c07831d4" providerId="AD" clId="Web-{28F738A6-DC09-4BE5-5E41-55085E3A6C4F}" dt="2025-11-13T05:02:08.032" v="187" actId="20577"/>
        <pc:sldMkLst>
          <pc:docMk/>
          <pc:sldMk cId="2717669782" sldId="259"/>
        </pc:sldMkLst>
        <pc:spChg chg="mod">
          <ac:chgData name="FERNANDA . MARIN GONZALEZ" userId="S::fern.marin@duocuc.cl::2297aa7b-50ce-4537-9205-6914c07831d4" providerId="AD" clId="Web-{28F738A6-DC09-4BE5-5E41-55085E3A6C4F}" dt="2025-11-13T05:02:08.032" v="187" actId="20577"/>
          <ac:spMkLst>
            <pc:docMk/>
            <pc:sldMk cId="2717669782" sldId="259"/>
            <ac:spMk id="4" creationId="{7E63425F-86F4-531E-E0F5-7A349604A51E}"/>
          </ac:spMkLst>
        </pc:spChg>
      </pc:sldChg>
      <pc:sldChg chg="addSp modSp">
        <pc:chgData name="FERNANDA . MARIN GONZALEZ" userId="S::fern.marin@duocuc.cl::2297aa7b-50ce-4537-9205-6914c07831d4" providerId="AD" clId="Web-{28F738A6-DC09-4BE5-5E41-55085E3A6C4F}" dt="2025-11-13T05:03:02.846" v="210" actId="14100"/>
        <pc:sldMkLst>
          <pc:docMk/>
          <pc:sldMk cId="3964199749" sldId="260"/>
        </pc:sldMkLst>
        <pc:spChg chg="add mod">
          <ac:chgData name="FERNANDA . MARIN GONZALEZ" userId="S::fern.marin@duocuc.cl::2297aa7b-50ce-4537-9205-6914c07831d4" providerId="AD" clId="Web-{28F738A6-DC09-4BE5-5E41-55085E3A6C4F}" dt="2025-11-13T05:03:02.846" v="210" actId="14100"/>
          <ac:spMkLst>
            <pc:docMk/>
            <pc:sldMk cId="3964199749" sldId="260"/>
            <ac:spMk id="2" creationId="{365555B4-B4C8-6215-F364-52BE63867824}"/>
          </ac:spMkLst>
        </pc:spChg>
        <pc:spChg chg="mod">
          <ac:chgData name="FERNANDA . MARIN GONZALEZ" userId="S::fern.marin@duocuc.cl::2297aa7b-50ce-4537-9205-6914c07831d4" providerId="AD" clId="Web-{28F738A6-DC09-4BE5-5E41-55085E3A6C4F}" dt="2025-11-13T05:02:53.565" v="205" actId="1076"/>
          <ac:spMkLst>
            <pc:docMk/>
            <pc:sldMk cId="3964199749" sldId="260"/>
            <ac:spMk id="4" creationId="{D29775C4-148D-FA30-FAA5-21EB69B6D456}"/>
          </ac:spMkLst>
        </pc:spChg>
      </pc:sldChg>
    </pc:docChg>
  </pc:docChgLst>
  <pc:docChgLst>
    <pc:chgData name="FERNANDA . MARIN GONZALEZ" userId="S::fern.marin@duocuc.cl::2297aa7b-50ce-4537-9205-6914c07831d4" providerId="AD" clId="Web-{7B905215-D68D-9AC8-5223-9DC2DB96081B}"/>
    <pc:docChg chg="modSld">
      <pc:chgData name="FERNANDA . MARIN GONZALEZ" userId="S::fern.marin@duocuc.cl::2297aa7b-50ce-4537-9205-6914c07831d4" providerId="AD" clId="Web-{7B905215-D68D-9AC8-5223-9DC2DB96081B}" dt="2025-11-25T00:49:57.762" v="162" actId="20577"/>
      <pc:docMkLst>
        <pc:docMk/>
      </pc:docMkLst>
      <pc:sldChg chg="modSp">
        <pc:chgData name="FERNANDA . MARIN GONZALEZ" userId="S::fern.marin@duocuc.cl::2297aa7b-50ce-4537-9205-6914c07831d4" providerId="AD" clId="Web-{7B905215-D68D-9AC8-5223-9DC2DB96081B}" dt="2025-11-25T00:43:46.554" v="60" actId="20577"/>
        <pc:sldMkLst>
          <pc:docMk/>
          <pc:sldMk cId="2391963198" sldId="256"/>
        </pc:sldMkLst>
        <pc:spChg chg="mod">
          <ac:chgData name="FERNANDA . MARIN GONZALEZ" userId="S::fern.marin@duocuc.cl::2297aa7b-50ce-4537-9205-6914c07831d4" providerId="AD" clId="Web-{7B905215-D68D-9AC8-5223-9DC2DB96081B}" dt="2025-11-25T00:43:46.554" v="60" actId="20577"/>
          <ac:spMkLst>
            <pc:docMk/>
            <pc:sldMk cId="2391963198" sldId="256"/>
            <ac:spMk id="4" creationId="{E3B5815F-4341-2A3D-A22D-8F6657D201F3}"/>
          </ac:spMkLst>
        </pc:spChg>
      </pc:sldChg>
      <pc:sldChg chg="addSp modSp">
        <pc:chgData name="FERNANDA . MARIN GONZALEZ" userId="S::fern.marin@duocuc.cl::2297aa7b-50ce-4537-9205-6914c07831d4" providerId="AD" clId="Web-{7B905215-D68D-9AC8-5223-9DC2DB96081B}" dt="2025-11-25T00:49:57.762" v="162" actId="20577"/>
        <pc:sldMkLst>
          <pc:docMk/>
          <pc:sldMk cId="775730755" sldId="258"/>
        </pc:sldMkLst>
        <pc:spChg chg="add mod">
          <ac:chgData name="FERNANDA . MARIN GONZALEZ" userId="S::fern.marin@duocuc.cl::2297aa7b-50ce-4537-9205-6914c07831d4" providerId="AD" clId="Web-{7B905215-D68D-9AC8-5223-9DC2DB96081B}" dt="2025-11-25T00:49:57.762" v="162" actId="20577"/>
          <ac:spMkLst>
            <pc:docMk/>
            <pc:sldMk cId="775730755" sldId="258"/>
            <ac:spMk id="2" creationId="{2B85F5C6-9FC7-4536-E565-9B71A1CB94FE}"/>
          </ac:spMkLst>
        </pc:spChg>
        <pc:spChg chg="mod">
          <ac:chgData name="FERNANDA . MARIN GONZALEZ" userId="S::fern.marin@duocuc.cl::2297aa7b-50ce-4537-9205-6914c07831d4" providerId="AD" clId="Web-{7B905215-D68D-9AC8-5223-9DC2DB96081B}" dt="2025-11-25T00:48:38.746" v="64" actId="14100"/>
          <ac:spMkLst>
            <pc:docMk/>
            <pc:sldMk cId="775730755" sldId="258"/>
            <ac:spMk id="3" creationId="{5CB288BD-84B1-DF16-6004-32D5F8A61FF7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png"/></Relationships>
</file>

<file path=ppt/diagrams/_rels/drawing1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E45140C-C326-4DAA-A267-498AD5117D68}" type="doc">
      <dgm:prSet loTypeId="urn:microsoft.com/office/officeart/2005/8/layout/vList4" loCatId="pictur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CL"/>
        </a:p>
      </dgm:t>
    </dgm:pt>
    <dgm:pt modelId="{78BFB295-8F5D-4286-B72B-79142F8F0E13}">
      <dgm:prSet phldrT="[Texto]"/>
      <dgm:spPr/>
      <dgm:t>
        <a:bodyPr/>
        <a:lstStyle/>
        <a:p>
          <a:pPr rtl="0"/>
          <a:r>
            <a:rPr lang="es-MX"/>
            <a:t>Javiera Bustamante</a:t>
          </a:r>
        </a:p>
      </dgm:t>
    </dgm:pt>
    <dgm:pt modelId="{F1885FAB-61EC-4F80-98D0-72360031AF9F}" type="parTrans" cxnId="{2AD07198-D472-4B98-B6D5-5A730374E9A2}">
      <dgm:prSet/>
      <dgm:spPr/>
      <dgm:t>
        <a:bodyPr/>
        <a:lstStyle/>
        <a:p>
          <a:endParaRPr lang="es-CL"/>
        </a:p>
      </dgm:t>
    </dgm:pt>
    <dgm:pt modelId="{E88D0928-51D4-4670-8963-60ABBB193E13}" type="sibTrans" cxnId="{2AD07198-D472-4B98-B6D5-5A730374E9A2}">
      <dgm:prSet/>
      <dgm:spPr/>
      <dgm:t>
        <a:bodyPr/>
        <a:lstStyle/>
        <a:p>
          <a:endParaRPr lang="es-CL"/>
        </a:p>
      </dgm:t>
    </dgm:pt>
    <dgm:pt modelId="{D868444B-AE34-4422-A6A5-1F7D392D0C20}">
      <dgm:prSet phldrT="[Texto]" phldr="0"/>
      <dgm:spPr/>
      <dgm:t>
        <a:bodyPr/>
        <a:lstStyle/>
        <a:p>
          <a:r>
            <a:rPr lang="es-MX"/>
            <a:t>Developer</a:t>
          </a:r>
        </a:p>
      </dgm:t>
    </dgm:pt>
    <dgm:pt modelId="{7DB88D83-6C3A-48C1-8CAD-0D11C3BEC35C}" type="parTrans" cxnId="{484B8A37-0122-4FF5-93D2-4A15DF521A17}">
      <dgm:prSet/>
      <dgm:spPr/>
      <dgm:t>
        <a:bodyPr/>
        <a:lstStyle/>
        <a:p>
          <a:endParaRPr lang="es-CL"/>
        </a:p>
      </dgm:t>
    </dgm:pt>
    <dgm:pt modelId="{74B9B1A5-94EB-40A9-BFF2-678501068FB8}" type="sibTrans" cxnId="{484B8A37-0122-4FF5-93D2-4A15DF521A17}">
      <dgm:prSet/>
      <dgm:spPr/>
      <dgm:t>
        <a:bodyPr/>
        <a:lstStyle/>
        <a:p>
          <a:endParaRPr lang="es-CL"/>
        </a:p>
      </dgm:t>
    </dgm:pt>
    <dgm:pt modelId="{02A34BC0-F8BA-4A89-87A4-4F20079DFD06}">
      <dgm:prSet phldrT="[Texto]" phldr="0"/>
      <dgm:spPr/>
      <dgm:t>
        <a:bodyPr/>
        <a:lstStyle/>
        <a:p>
          <a:pPr rtl="0"/>
          <a:r>
            <a:rPr lang="es-MX"/>
            <a:t>Franco Constanzo</a:t>
          </a:r>
        </a:p>
      </dgm:t>
    </dgm:pt>
    <dgm:pt modelId="{9ADB496F-2DB6-4F16-8C91-2EB9CDF5F2F2}" type="parTrans" cxnId="{0E2AE979-A66C-4CEC-BFF4-5B28BB7CD9EA}">
      <dgm:prSet/>
      <dgm:spPr/>
      <dgm:t>
        <a:bodyPr/>
        <a:lstStyle/>
        <a:p>
          <a:endParaRPr lang="es-CL"/>
        </a:p>
      </dgm:t>
    </dgm:pt>
    <dgm:pt modelId="{44AB630E-CD8B-4223-9F51-5EEE4E054B0A}" type="sibTrans" cxnId="{0E2AE979-A66C-4CEC-BFF4-5B28BB7CD9EA}">
      <dgm:prSet/>
      <dgm:spPr/>
      <dgm:t>
        <a:bodyPr/>
        <a:lstStyle/>
        <a:p>
          <a:endParaRPr lang="es-CL"/>
        </a:p>
      </dgm:t>
    </dgm:pt>
    <dgm:pt modelId="{99FF0D0F-282A-4030-9AF5-3B7621881539}">
      <dgm:prSet phldrT="[Texto]"/>
      <dgm:spPr/>
      <dgm:t>
        <a:bodyPr/>
        <a:lstStyle/>
        <a:p>
          <a:pPr rtl="0"/>
          <a:r>
            <a:rPr lang="es-MX"/>
            <a:t>Fernanda Marín</a:t>
          </a:r>
        </a:p>
      </dgm:t>
    </dgm:pt>
    <dgm:pt modelId="{A86F315C-C500-49D7-B443-1D58BD48589A}" type="parTrans" cxnId="{4FE7AF63-70AC-4ED4-8BFB-DCB2408F3318}">
      <dgm:prSet/>
      <dgm:spPr/>
      <dgm:t>
        <a:bodyPr/>
        <a:lstStyle/>
        <a:p>
          <a:endParaRPr lang="es-CL"/>
        </a:p>
      </dgm:t>
    </dgm:pt>
    <dgm:pt modelId="{1CCC8D2D-CD28-4814-B055-28ABD65CA276}" type="sibTrans" cxnId="{4FE7AF63-70AC-4ED4-8BFB-DCB2408F3318}">
      <dgm:prSet/>
      <dgm:spPr/>
      <dgm:t>
        <a:bodyPr/>
        <a:lstStyle/>
        <a:p>
          <a:endParaRPr lang="es-CL"/>
        </a:p>
      </dgm:t>
    </dgm:pt>
    <dgm:pt modelId="{2E221207-005F-49CB-81E1-6D036D64322B}">
      <dgm:prSet phldrT="[Texto]"/>
      <dgm:spPr/>
      <dgm:t>
        <a:bodyPr/>
        <a:lstStyle/>
        <a:p>
          <a:r>
            <a:rPr lang="es-MX"/>
            <a:t>Desarrollo</a:t>
          </a:r>
          <a:endParaRPr lang="es-CL"/>
        </a:p>
      </dgm:t>
    </dgm:pt>
    <dgm:pt modelId="{3728DB5E-E904-481D-A1E5-49CF4AFFC0D3}" type="sibTrans" cxnId="{1C3272C9-C630-4D60-B76B-138907BB4D41}">
      <dgm:prSet/>
      <dgm:spPr/>
      <dgm:t>
        <a:bodyPr/>
        <a:lstStyle/>
        <a:p>
          <a:endParaRPr lang="es-CL"/>
        </a:p>
      </dgm:t>
    </dgm:pt>
    <dgm:pt modelId="{B200B6AA-AA2A-4CB8-80FF-4BB54938E8A5}" type="parTrans" cxnId="{1C3272C9-C630-4D60-B76B-138907BB4D41}">
      <dgm:prSet/>
      <dgm:spPr/>
      <dgm:t>
        <a:bodyPr/>
        <a:lstStyle/>
        <a:p>
          <a:endParaRPr lang="es-CL"/>
        </a:p>
      </dgm:t>
    </dgm:pt>
    <dgm:pt modelId="{A2BD12B5-7AB5-4859-B57E-1E77C0ED35DF}">
      <dgm:prSet phldrT="[Texto]"/>
      <dgm:spPr/>
      <dgm:t>
        <a:bodyPr/>
        <a:lstStyle/>
        <a:p>
          <a:r>
            <a:rPr lang="es-MX"/>
            <a:t>Developer</a:t>
          </a:r>
          <a:endParaRPr lang="es-CL"/>
        </a:p>
      </dgm:t>
    </dgm:pt>
    <dgm:pt modelId="{35EEEEB1-B116-40C6-8142-8F938AF38B0B}" type="sibTrans" cxnId="{D5771F2D-99A4-4884-A896-FA1E2DEFDD88}">
      <dgm:prSet/>
      <dgm:spPr/>
      <dgm:t>
        <a:bodyPr/>
        <a:lstStyle/>
        <a:p>
          <a:endParaRPr lang="es-CL"/>
        </a:p>
      </dgm:t>
    </dgm:pt>
    <dgm:pt modelId="{AC7F7F07-A811-4CCD-BBFE-DAA4D1F5EE40}" type="parTrans" cxnId="{D5771F2D-99A4-4884-A896-FA1E2DEFDD88}">
      <dgm:prSet/>
      <dgm:spPr/>
      <dgm:t>
        <a:bodyPr/>
        <a:lstStyle/>
        <a:p>
          <a:endParaRPr lang="es-CL"/>
        </a:p>
      </dgm:t>
    </dgm:pt>
    <dgm:pt modelId="{D546635F-000B-49DF-BB26-293CCA777400}">
      <dgm:prSet phldrT="[Texto]"/>
      <dgm:spPr/>
      <dgm:t>
        <a:bodyPr/>
        <a:lstStyle/>
        <a:p>
          <a:r>
            <a:rPr lang="es-MX"/>
            <a:t>Desarrollo</a:t>
          </a:r>
          <a:endParaRPr lang="es-CL"/>
        </a:p>
      </dgm:t>
    </dgm:pt>
    <dgm:pt modelId="{B01A0825-9EDF-4B9A-B345-1B486D914AD4}" type="sibTrans" cxnId="{AC0A7FF3-EEC4-470A-823E-BF7AF1556A99}">
      <dgm:prSet/>
      <dgm:spPr/>
      <dgm:t>
        <a:bodyPr/>
        <a:lstStyle/>
        <a:p>
          <a:endParaRPr lang="es-CL"/>
        </a:p>
      </dgm:t>
    </dgm:pt>
    <dgm:pt modelId="{5437D343-BECF-4620-B6C7-7088D8BBD91B}" type="parTrans" cxnId="{AC0A7FF3-EEC4-470A-823E-BF7AF1556A99}">
      <dgm:prSet/>
      <dgm:spPr/>
      <dgm:t>
        <a:bodyPr/>
        <a:lstStyle/>
        <a:p>
          <a:endParaRPr lang="es-CL"/>
        </a:p>
      </dgm:t>
    </dgm:pt>
    <dgm:pt modelId="{EA3B2395-55AF-495E-9D6B-329D2886612F}">
      <dgm:prSet phldrT="[Texto]"/>
      <dgm:spPr/>
      <dgm:t>
        <a:bodyPr/>
        <a:lstStyle/>
        <a:p>
          <a:r>
            <a:rPr lang="es-MX"/>
            <a:t>Developer</a:t>
          </a:r>
          <a:endParaRPr lang="es-CL"/>
        </a:p>
      </dgm:t>
    </dgm:pt>
    <dgm:pt modelId="{11A4E056-7834-4F82-8A9C-B8EA31F159E3}" type="sibTrans" cxnId="{778F2DBC-81F3-476D-BD99-784E4F7153C8}">
      <dgm:prSet/>
      <dgm:spPr/>
      <dgm:t>
        <a:bodyPr/>
        <a:lstStyle/>
        <a:p>
          <a:endParaRPr lang="es-CL"/>
        </a:p>
      </dgm:t>
    </dgm:pt>
    <dgm:pt modelId="{01DA10B6-3F7A-4C8A-AACD-F605EE6CCF20}" type="parTrans" cxnId="{778F2DBC-81F3-476D-BD99-784E4F7153C8}">
      <dgm:prSet/>
      <dgm:spPr/>
      <dgm:t>
        <a:bodyPr/>
        <a:lstStyle/>
        <a:p>
          <a:endParaRPr lang="es-CL"/>
        </a:p>
      </dgm:t>
    </dgm:pt>
    <dgm:pt modelId="{55A2A9EB-4C26-43C3-B721-D475B10BC39B}">
      <dgm:prSet phldrT="[Texto]"/>
      <dgm:spPr/>
      <dgm:t>
        <a:bodyPr/>
        <a:lstStyle/>
        <a:p>
          <a:r>
            <a:rPr lang="es-MX"/>
            <a:t>Desarrollo</a:t>
          </a:r>
          <a:endParaRPr lang="es-CL"/>
        </a:p>
      </dgm:t>
    </dgm:pt>
    <dgm:pt modelId="{4EF4588A-187C-4393-9DFC-C6D80B20E995}" type="sibTrans" cxnId="{ECED70CB-7A25-48F8-9E03-51596FB1E92C}">
      <dgm:prSet/>
      <dgm:spPr/>
      <dgm:t>
        <a:bodyPr/>
        <a:lstStyle/>
        <a:p>
          <a:endParaRPr lang="es-CL"/>
        </a:p>
      </dgm:t>
    </dgm:pt>
    <dgm:pt modelId="{B8424EB2-FFE7-4867-9D5A-EE0D46E8AAFE}" type="parTrans" cxnId="{ECED70CB-7A25-48F8-9E03-51596FB1E92C}">
      <dgm:prSet/>
      <dgm:spPr/>
      <dgm:t>
        <a:bodyPr/>
        <a:lstStyle/>
        <a:p>
          <a:endParaRPr lang="es-CL"/>
        </a:p>
      </dgm:t>
    </dgm:pt>
    <dgm:pt modelId="{6E1E561E-88C1-49C6-A3F7-DE4B9AD43273}" type="pres">
      <dgm:prSet presAssocID="{BE45140C-C326-4DAA-A267-498AD5117D68}" presName="linear" presStyleCnt="0">
        <dgm:presLayoutVars>
          <dgm:dir/>
          <dgm:resizeHandles val="exact"/>
        </dgm:presLayoutVars>
      </dgm:prSet>
      <dgm:spPr/>
    </dgm:pt>
    <dgm:pt modelId="{F70979D0-5925-4EC3-AD84-986E0EC7B0D8}" type="pres">
      <dgm:prSet presAssocID="{78BFB295-8F5D-4286-B72B-79142F8F0E13}" presName="comp" presStyleCnt="0"/>
      <dgm:spPr/>
    </dgm:pt>
    <dgm:pt modelId="{54FC4CB6-0791-48D3-B2C5-2E99B8AFCFF7}" type="pres">
      <dgm:prSet presAssocID="{78BFB295-8F5D-4286-B72B-79142F8F0E13}" presName="box" presStyleLbl="node1" presStyleIdx="0" presStyleCnt="3" custLinFactNeighborX="5318" custLinFactNeighborY="-12417"/>
      <dgm:spPr/>
    </dgm:pt>
    <dgm:pt modelId="{9A7E2690-DE9C-4572-9BE5-B8C9A3B8BBB3}" type="pres">
      <dgm:prSet presAssocID="{78BFB295-8F5D-4286-B72B-79142F8F0E13}" presName="img" presStyleLbl="fgImgPlac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a:blipFill>
      </dgm:spPr>
    </dgm:pt>
    <dgm:pt modelId="{52D125D2-FCA7-4A2D-AB39-B6BD54F251F2}" type="pres">
      <dgm:prSet presAssocID="{78BFB295-8F5D-4286-B72B-79142F8F0E13}" presName="text" presStyleLbl="node1" presStyleIdx="0" presStyleCnt="3">
        <dgm:presLayoutVars>
          <dgm:bulletEnabled val="1"/>
        </dgm:presLayoutVars>
      </dgm:prSet>
      <dgm:spPr/>
    </dgm:pt>
    <dgm:pt modelId="{E95CA29D-745B-40BA-93B6-BB607C99A2CE}" type="pres">
      <dgm:prSet presAssocID="{E88D0928-51D4-4670-8963-60ABBB193E13}" presName="spacer" presStyleCnt="0"/>
      <dgm:spPr/>
    </dgm:pt>
    <dgm:pt modelId="{41A67AC8-1DD7-4AB7-96A3-87B24035E3FA}" type="pres">
      <dgm:prSet presAssocID="{02A34BC0-F8BA-4A89-87A4-4F20079DFD06}" presName="comp" presStyleCnt="0"/>
      <dgm:spPr/>
    </dgm:pt>
    <dgm:pt modelId="{39AFE128-ACF6-44CA-B18B-64F5782CF210}" type="pres">
      <dgm:prSet presAssocID="{02A34BC0-F8BA-4A89-87A4-4F20079DFD06}" presName="box" presStyleLbl="node1" presStyleIdx="1" presStyleCnt="3"/>
      <dgm:spPr/>
    </dgm:pt>
    <dgm:pt modelId="{3F97C059-D720-4D48-953F-B84D04D0BF79}" type="pres">
      <dgm:prSet presAssocID="{02A34BC0-F8BA-4A89-87A4-4F20079DFD06}" presName="img" presStyleLbl="fgImgPlace1" presStyleIdx="1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a:blipFill>
      </dgm:spPr>
    </dgm:pt>
    <dgm:pt modelId="{CFFDF23F-D296-4CDF-8EE4-8A672559E207}" type="pres">
      <dgm:prSet presAssocID="{02A34BC0-F8BA-4A89-87A4-4F20079DFD06}" presName="text" presStyleLbl="node1" presStyleIdx="1" presStyleCnt="3">
        <dgm:presLayoutVars>
          <dgm:bulletEnabled val="1"/>
        </dgm:presLayoutVars>
      </dgm:prSet>
      <dgm:spPr/>
    </dgm:pt>
    <dgm:pt modelId="{40453781-DACE-4118-ADC4-2B966E9374E5}" type="pres">
      <dgm:prSet presAssocID="{44AB630E-CD8B-4223-9F51-5EEE4E054B0A}" presName="spacer" presStyleCnt="0"/>
      <dgm:spPr/>
    </dgm:pt>
    <dgm:pt modelId="{536722F8-2BA5-41A1-87DF-BBB1AF7DCA80}" type="pres">
      <dgm:prSet presAssocID="{99FF0D0F-282A-4030-9AF5-3B7621881539}" presName="comp" presStyleCnt="0"/>
      <dgm:spPr/>
    </dgm:pt>
    <dgm:pt modelId="{F36F4ED1-B414-46B8-A8C5-C0FB11F5CFBC}" type="pres">
      <dgm:prSet presAssocID="{99FF0D0F-282A-4030-9AF5-3B7621881539}" presName="box" presStyleLbl="node1" presStyleIdx="2" presStyleCnt="3"/>
      <dgm:spPr/>
    </dgm:pt>
    <dgm:pt modelId="{7C6A764B-C67C-494C-B90E-7B3C3DDE54A4}" type="pres">
      <dgm:prSet presAssocID="{99FF0D0F-282A-4030-9AF5-3B7621881539}" presName="img" presStyleLbl="fgImgPlace1" presStyleIdx="2" presStyleCnt="3"/>
      <dgm:spPr>
        <a:blipFill>
          <a:blip xmlns:r="http://schemas.openxmlformats.org/officeDocument/2006/relationships" r:embed="rId1"/>
          <a:stretch>
            <a:fillRect/>
          </a:stretch>
        </a:blipFill>
      </dgm:spPr>
    </dgm:pt>
    <dgm:pt modelId="{0E12AD21-08CC-4736-A269-DD5234F9D874}" type="pres">
      <dgm:prSet presAssocID="{99FF0D0F-282A-4030-9AF5-3B7621881539}" presName="text" presStyleLbl="node1" presStyleIdx="2" presStyleCnt="3">
        <dgm:presLayoutVars>
          <dgm:bulletEnabled val="1"/>
        </dgm:presLayoutVars>
      </dgm:prSet>
      <dgm:spPr/>
    </dgm:pt>
  </dgm:ptLst>
  <dgm:cxnLst>
    <dgm:cxn modelId="{399BD705-2380-48A3-9C48-1D49A5A32D61}" type="presOf" srcId="{2E221207-005F-49CB-81E1-6D036D64322B}" destId="{52D125D2-FCA7-4A2D-AB39-B6BD54F251F2}" srcOrd="1" destOrd="2" presId="urn:microsoft.com/office/officeart/2005/8/layout/vList4"/>
    <dgm:cxn modelId="{D2B94F0C-C779-4AC1-87E4-35116A3DED02}" type="presOf" srcId="{78BFB295-8F5D-4286-B72B-79142F8F0E13}" destId="{54FC4CB6-0791-48D3-B2C5-2E99B8AFCFF7}" srcOrd="0" destOrd="0" presId="urn:microsoft.com/office/officeart/2005/8/layout/vList4"/>
    <dgm:cxn modelId="{D5771F2D-99A4-4884-A896-FA1E2DEFDD88}" srcId="{99FF0D0F-282A-4030-9AF5-3B7621881539}" destId="{A2BD12B5-7AB5-4859-B57E-1E77C0ED35DF}" srcOrd="0" destOrd="0" parTransId="{AC7F7F07-A811-4CCD-BBFE-DAA4D1F5EE40}" sibTransId="{35EEEEB1-B116-40C6-8142-8F938AF38B0B}"/>
    <dgm:cxn modelId="{3A21ED2D-BFFE-4942-BD04-AB5B9DC419E5}" type="presOf" srcId="{99FF0D0F-282A-4030-9AF5-3B7621881539}" destId="{F36F4ED1-B414-46B8-A8C5-C0FB11F5CFBC}" srcOrd="0" destOrd="0" presId="urn:microsoft.com/office/officeart/2005/8/layout/vList4"/>
    <dgm:cxn modelId="{A6E20436-8EF1-4FFF-9C29-AC69BF1D5C4A}" type="presOf" srcId="{02A34BC0-F8BA-4A89-87A4-4F20079DFD06}" destId="{39AFE128-ACF6-44CA-B18B-64F5782CF210}" srcOrd="0" destOrd="0" presId="urn:microsoft.com/office/officeart/2005/8/layout/vList4"/>
    <dgm:cxn modelId="{484B8A37-0122-4FF5-93D2-4A15DF521A17}" srcId="{78BFB295-8F5D-4286-B72B-79142F8F0E13}" destId="{D868444B-AE34-4422-A6A5-1F7D392D0C20}" srcOrd="0" destOrd="0" parTransId="{7DB88D83-6C3A-48C1-8CAD-0D11C3BEC35C}" sibTransId="{74B9B1A5-94EB-40A9-BFF2-678501068FB8}"/>
    <dgm:cxn modelId="{040FC75B-63D6-4205-A996-7A824AA266CE}" type="presOf" srcId="{A2BD12B5-7AB5-4859-B57E-1E77C0ED35DF}" destId="{0E12AD21-08CC-4736-A269-DD5234F9D874}" srcOrd="1" destOrd="1" presId="urn:microsoft.com/office/officeart/2005/8/layout/vList4"/>
    <dgm:cxn modelId="{22F3405C-AB8E-4AC3-A83C-C551BA0831ED}" type="presOf" srcId="{55A2A9EB-4C26-43C3-B721-D475B10BC39B}" destId="{39AFE128-ACF6-44CA-B18B-64F5782CF210}" srcOrd="0" destOrd="2" presId="urn:microsoft.com/office/officeart/2005/8/layout/vList4"/>
    <dgm:cxn modelId="{7E8FC05E-FE02-4336-B1F8-3EAA05519A49}" type="presOf" srcId="{D868444B-AE34-4422-A6A5-1F7D392D0C20}" destId="{54FC4CB6-0791-48D3-B2C5-2E99B8AFCFF7}" srcOrd="0" destOrd="1" presId="urn:microsoft.com/office/officeart/2005/8/layout/vList4"/>
    <dgm:cxn modelId="{4FE7AF63-70AC-4ED4-8BFB-DCB2408F3318}" srcId="{BE45140C-C326-4DAA-A267-498AD5117D68}" destId="{99FF0D0F-282A-4030-9AF5-3B7621881539}" srcOrd="2" destOrd="0" parTransId="{A86F315C-C500-49D7-B443-1D58BD48589A}" sibTransId="{1CCC8D2D-CD28-4814-B055-28ABD65CA276}"/>
    <dgm:cxn modelId="{3F2A6752-A5BB-4F63-B720-93C45E0B4F56}" type="presOf" srcId="{D546635F-000B-49DF-BB26-293CCA777400}" destId="{F36F4ED1-B414-46B8-A8C5-C0FB11F5CFBC}" srcOrd="0" destOrd="2" presId="urn:microsoft.com/office/officeart/2005/8/layout/vList4"/>
    <dgm:cxn modelId="{DC02AD53-682D-464B-9D09-C1B6DCD5AFB0}" type="presOf" srcId="{55A2A9EB-4C26-43C3-B721-D475B10BC39B}" destId="{CFFDF23F-D296-4CDF-8EE4-8A672559E207}" srcOrd="1" destOrd="2" presId="urn:microsoft.com/office/officeart/2005/8/layout/vList4"/>
    <dgm:cxn modelId="{0E2AE979-A66C-4CEC-BFF4-5B28BB7CD9EA}" srcId="{BE45140C-C326-4DAA-A267-498AD5117D68}" destId="{02A34BC0-F8BA-4A89-87A4-4F20079DFD06}" srcOrd="1" destOrd="0" parTransId="{9ADB496F-2DB6-4F16-8C91-2EB9CDF5F2F2}" sibTransId="{44AB630E-CD8B-4223-9F51-5EEE4E054B0A}"/>
    <dgm:cxn modelId="{2AD07198-D472-4B98-B6D5-5A730374E9A2}" srcId="{BE45140C-C326-4DAA-A267-498AD5117D68}" destId="{78BFB295-8F5D-4286-B72B-79142F8F0E13}" srcOrd="0" destOrd="0" parTransId="{F1885FAB-61EC-4F80-98D0-72360031AF9F}" sibTransId="{E88D0928-51D4-4670-8963-60ABBB193E13}"/>
    <dgm:cxn modelId="{FBEF4C9A-E5D4-462C-B35F-96C87426BEAB}" type="presOf" srcId="{A2BD12B5-7AB5-4859-B57E-1E77C0ED35DF}" destId="{F36F4ED1-B414-46B8-A8C5-C0FB11F5CFBC}" srcOrd="0" destOrd="1" presId="urn:microsoft.com/office/officeart/2005/8/layout/vList4"/>
    <dgm:cxn modelId="{690A389C-25C1-485B-88F9-437236A47744}" type="presOf" srcId="{BE45140C-C326-4DAA-A267-498AD5117D68}" destId="{6E1E561E-88C1-49C6-A3F7-DE4B9AD43273}" srcOrd="0" destOrd="0" presId="urn:microsoft.com/office/officeart/2005/8/layout/vList4"/>
    <dgm:cxn modelId="{ECFD91A4-F44F-4C84-8B25-37DA0B249A1F}" type="presOf" srcId="{78BFB295-8F5D-4286-B72B-79142F8F0E13}" destId="{52D125D2-FCA7-4A2D-AB39-B6BD54F251F2}" srcOrd="1" destOrd="0" presId="urn:microsoft.com/office/officeart/2005/8/layout/vList4"/>
    <dgm:cxn modelId="{67DE09B5-392E-4661-A7AE-A0572D63DA68}" type="presOf" srcId="{99FF0D0F-282A-4030-9AF5-3B7621881539}" destId="{0E12AD21-08CC-4736-A269-DD5234F9D874}" srcOrd="1" destOrd="0" presId="urn:microsoft.com/office/officeart/2005/8/layout/vList4"/>
    <dgm:cxn modelId="{778F2DBC-81F3-476D-BD99-784E4F7153C8}" srcId="{02A34BC0-F8BA-4A89-87A4-4F20079DFD06}" destId="{EA3B2395-55AF-495E-9D6B-329D2886612F}" srcOrd="0" destOrd="0" parTransId="{01DA10B6-3F7A-4C8A-AACD-F605EE6CCF20}" sibTransId="{11A4E056-7834-4F82-8A9C-B8EA31F159E3}"/>
    <dgm:cxn modelId="{FE5360C5-555C-42B2-9E63-16D2D46F21B1}" type="presOf" srcId="{D868444B-AE34-4422-A6A5-1F7D392D0C20}" destId="{52D125D2-FCA7-4A2D-AB39-B6BD54F251F2}" srcOrd="1" destOrd="1" presId="urn:microsoft.com/office/officeart/2005/8/layout/vList4"/>
    <dgm:cxn modelId="{1C3272C9-C630-4D60-B76B-138907BB4D41}" srcId="{78BFB295-8F5D-4286-B72B-79142F8F0E13}" destId="{2E221207-005F-49CB-81E1-6D036D64322B}" srcOrd="1" destOrd="0" parTransId="{B200B6AA-AA2A-4CB8-80FF-4BB54938E8A5}" sibTransId="{3728DB5E-E904-481D-A1E5-49CF4AFFC0D3}"/>
    <dgm:cxn modelId="{B0C181C9-77EB-4775-B9E6-C6CBDA60E6EB}" type="presOf" srcId="{EA3B2395-55AF-495E-9D6B-329D2886612F}" destId="{CFFDF23F-D296-4CDF-8EE4-8A672559E207}" srcOrd="1" destOrd="1" presId="urn:microsoft.com/office/officeart/2005/8/layout/vList4"/>
    <dgm:cxn modelId="{ECED70CB-7A25-48F8-9E03-51596FB1E92C}" srcId="{02A34BC0-F8BA-4A89-87A4-4F20079DFD06}" destId="{55A2A9EB-4C26-43C3-B721-D475B10BC39B}" srcOrd="1" destOrd="0" parTransId="{B8424EB2-FFE7-4867-9D5A-EE0D46E8AAFE}" sibTransId="{4EF4588A-187C-4393-9DFC-C6D80B20E995}"/>
    <dgm:cxn modelId="{D1C04ECF-982A-425F-B2B1-9CF15BCEB83B}" type="presOf" srcId="{D546635F-000B-49DF-BB26-293CCA777400}" destId="{0E12AD21-08CC-4736-A269-DD5234F9D874}" srcOrd="1" destOrd="2" presId="urn:microsoft.com/office/officeart/2005/8/layout/vList4"/>
    <dgm:cxn modelId="{22A4C7D2-C14A-4622-8C4E-3FE51F50DCC3}" type="presOf" srcId="{02A34BC0-F8BA-4A89-87A4-4F20079DFD06}" destId="{CFFDF23F-D296-4CDF-8EE4-8A672559E207}" srcOrd="1" destOrd="0" presId="urn:microsoft.com/office/officeart/2005/8/layout/vList4"/>
    <dgm:cxn modelId="{A70C9FD5-2935-4C81-937A-B6C05F5E54BA}" type="presOf" srcId="{2E221207-005F-49CB-81E1-6D036D64322B}" destId="{54FC4CB6-0791-48D3-B2C5-2E99B8AFCFF7}" srcOrd="0" destOrd="2" presId="urn:microsoft.com/office/officeart/2005/8/layout/vList4"/>
    <dgm:cxn modelId="{AC0A7FF3-EEC4-470A-823E-BF7AF1556A99}" srcId="{99FF0D0F-282A-4030-9AF5-3B7621881539}" destId="{D546635F-000B-49DF-BB26-293CCA777400}" srcOrd="1" destOrd="0" parTransId="{5437D343-BECF-4620-B6C7-7088D8BBD91B}" sibTransId="{B01A0825-9EDF-4B9A-B345-1B486D914AD4}"/>
    <dgm:cxn modelId="{7ABE08FD-4ED4-44FB-BFBA-794B6C5FA813}" type="presOf" srcId="{EA3B2395-55AF-495E-9D6B-329D2886612F}" destId="{39AFE128-ACF6-44CA-B18B-64F5782CF210}" srcOrd="0" destOrd="1" presId="urn:microsoft.com/office/officeart/2005/8/layout/vList4"/>
    <dgm:cxn modelId="{DA463EE6-78DB-4E59-8099-EBA029F401B0}" type="presParOf" srcId="{6E1E561E-88C1-49C6-A3F7-DE4B9AD43273}" destId="{F70979D0-5925-4EC3-AD84-986E0EC7B0D8}" srcOrd="0" destOrd="0" presId="urn:microsoft.com/office/officeart/2005/8/layout/vList4"/>
    <dgm:cxn modelId="{2FE346D7-6685-4BD0-9465-988681234E35}" type="presParOf" srcId="{F70979D0-5925-4EC3-AD84-986E0EC7B0D8}" destId="{54FC4CB6-0791-48D3-B2C5-2E99B8AFCFF7}" srcOrd="0" destOrd="0" presId="urn:microsoft.com/office/officeart/2005/8/layout/vList4"/>
    <dgm:cxn modelId="{3671DC51-8308-4E14-B210-C8528BB18500}" type="presParOf" srcId="{F70979D0-5925-4EC3-AD84-986E0EC7B0D8}" destId="{9A7E2690-DE9C-4572-9BE5-B8C9A3B8BBB3}" srcOrd="1" destOrd="0" presId="urn:microsoft.com/office/officeart/2005/8/layout/vList4"/>
    <dgm:cxn modelId="{36512CCB-6AF4-4E79-94F2-3EAFE5E8BC48}" type="presParOf" srcId="{F70979D0-5925-4EC3-AD84-986E0EC7B0D8}" destId="{52D125D2-FCA7-4A2D-AB39-B6BD54F251F2}" srcOrd="2" destOrd="0" presId="urn:microsoft.com/office/officeart/2005/8/layout/vList4"/>
    <dgm:cxn modelId="{ECC56BF9-E938-422B-98CD-A358ACD6F8DC}" type="presParOf" srcId="{6E1E561E-88C1-49C6-A3F7-DE4B9AD43273}" destId="{E95CA29D-745B-40BA-93B6-BB607C99A2CE}" srcOrd="1" destOrd="0" presId="urn:microsoft.com/office/officeart/2005/8/layout/vList4"/>
    <dgm:cxn modelId="{158F6488-FF9D-4053-8FD1-E0DD5F22ECAD}" type="presParOf" srcId="{6E1E561E-88C1-49C6-A3F7-DE4B9AD43273}" destId="{41A67AC8-1DD7-4AB7-96A3-87B24035E3FA}" srcOrd="2" destOrd="0" presId="urn:microsoft.com/office/officeart/2005/8/layout/vList4"/>
    <dgm:cxn modelId="{236FF4A9-4957-4F7A-A24B-795FE34BEEFD}" type="presParOf" srcId="{41A67AC8-1DD7-4AB7-96A3-87B24035E3FA}" destId="{39AFE128-ACF6-44CA-B18B-64F5782CF210}" srcOrd="0" destOrd="0" presId="urn:microsoft.com/office/officeart/2005/8/layout/vList4"/>
    <dgm:cxn modelId="{5BD15FCC-0B87-4D85-98EC-9D897E4655EE}" type="presParOf" srcId="{41A67AC8-1DD7-4AB7-96A3-87B24035E3FA}" destId="{3F97C059-D720-4D48-953F-B84D04D0BF79}" srcOrd="1" destOrd="0" presId="urn:microsoft.com/office/officeart/2005/8/layout/vList4"/>
    <dgm:cxn modelId="{3156CEE4-28C8-4C16-85AC-EE6796DAD482}" type="presParOf" srcId="{41A67AC8-1DD7-4AB7-96A3-87B24035E3FA}" destId="{CFFDF23F-D296-4CDF-8EE4-8A672559E207}" srcOrd="2" destOrd="0" presId="urn:microsoft.com/office/officeart/2005/8/layout/vList4"/>
    <dgm:cxn modelId="{C9CD1524-D5D2-47DD-A731-469F83B73691}" type="presParOf" srcId="{6E1E561E-88C1-49C6-A3F7-DE4B9AD43273}" destId="{40453781-DACE-4118-ADC4-2B966E9374E5}" srcOrd="3" destOrd="0" presId="urn:microsoft.com/office/officeart/2005/8/layout/vList4"/>
    <dgm:cxn modelId="{D2619F68-F71E-4DB7-B3E4-C0C69EDAA7FE}" type="presParOf" srcId="{6E1E561E-88C1-49C6-A3F7-DE4B9AD43273}" destId="{536722F8-2BA5-41A1-87DF-BBB1AF7DCA80}" srcOrd="4" destOrd="0" presId="urn:microsoft.com/office/officeart/2005/8/layout/vList4"/>
    <dgm:cxn modelId="{AFABECF8-EB39-4A9E-BB52-4A457A2CDD0A}" type="presParOf" srcId="{536722F8-2BA5-41A1-87DF-BBB1AF7DCA80}" destId="{F36F4ED1-B414-46B8-A8C5-C0FB11F5CFBC}" srcOrd="0" destOrd="0" presId="urn:microsoft.com/office/officeart/2005/8/layout/vList4"/>
    <dgm:cxn modelId="{F3A74078-C1EC-4C6F-B1ED-565182E04087}" type="presParOf" srcId="{536722F8-2BA5-41A1-87DF-BBB1AF7DCA80}" destId="{7C6A764B-C67C-494C-B90E-7B3C3DDE54A4}" srcOrd="1" destOrd="0" presId="urn:microsoft.com/office/officeart/2005/8/layout/vList4"/>
    <dgm:cxn modelId="{1973AF99-46F9-4317-B911-25815C189087}" type="presParOf" srcId="{536722F8-2BA5-41A1-87DF-BBB1AF7DCA80}" destId="{0E12AD21-08CC-4736-A269-DD5234F9D874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4FC4CB6-0791-48D3-B2C5-2E99B8AFCFF7}">
      <dsp:nvSpPr>
        <dsp:cNvPr id="0" name=""/>
        <dsp:cNvSpPr/>
      </dsp:nvSpPr>
      <dsp:spPr>
        <a:xfrm>
          <a:off x="0" y="0"/>
          <a:ext cx="6023769" cy="173757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t" anchorCtr="0">
          <a:noAutofit/>
        </a:bodyPr>
        <a:lstStyle/>
        <a:p>
          <a:pPr marL="0" lvl="0" indent="0" algn="l" defTabSz="1511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400" kern="1200"/>
            <a:t>Javiera Bustamante</a:t>
          </a:r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700" kern="1200"/>
            <a:t>Developer</a:t>
          </a:r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700" kern="1200"/>
            <a:t>Desarrollo</a:t>
          </a:r>
          <a:endParaRPr lang="es-CL" sz="2700" kern="1200"/>
        </a:p>
      </dsp:txBody>
      <dsp:txXfrm>
        <a:off x="1378510" y="0"/>
        <a:ext cx="4645258" cy="1737571"/>
      </dsp:txXfrm>
    </dsp:sp>
    <dsp:sp modelId="{9A7E2690-DE9C-4572-9BE5-B8C9A3B8BBB3}">
      <dsp:nvSpPr>
        <dsp:cNvPr id="0" name=""/>
        <dsp:cNvSpPr/>
      </dsp:nvSpPr>
      <dsp:spPr>
        <a:xfrm>
          <a:off x="173757" y="173757"/>
          <a:ext cx="1204753" cy="139005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AFE128-ACF6-44CA-B18B-64F5782CF210}">
      <dsp:nvSpPr>
        <dsp:cNvPr id="0" name=""/>
        <dsp:cNvSpPr/>
      </dsp:nvSpPr>
      <dsp:spPr>
        <a:xfrm>
          <a:off x="0" y="1911328"/>
          <a:ext cx="6023769" cy="173757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t" anchorCtr="0">
          <a:noAutofit/>
        </a:bodyPr>
        <a:lstStyle/>
        <a:p>
          <a:pPr marL="0" lvl="0" indent="0" algn="l" defTabSz="1511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400" kern="1200"/>
            <a:t>Franco Constanzo</a:t>
          </a:r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700" kern="1200"/>
            <a:t>Developer</a:t>
          </a:r>
          <a:endParaRPr lang="es-CL" sz="2700" kern="1200"/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700" kern="1200"/>
            <a:t>Desarrollo</a:t>
          </a:r>
          <a:endParaRPr lang="es-CL" sz="2700" kern="1200"/>
        </a:p>
      </dsp:txBody>
      <dsp:txXfrm>
        <a:off x="1378510" y="1911328"/>
        <a:ext cx="4645258" cy="1737571"/>
      </dsp:txXfrm>
    </dsp:sp>
    <dsp:sp modelId="{3F97C059-D720-4D48-953F-B84D04D0BF79}">
      <dsp:nvSpPr>
        <dsp:cNvPr id="0" name=""/>
        <dsp:cNvSpPr/>
      </dsp:nvSpPr>
      <dsp:spPr>
        <a:xfrm>
          <a:off x="173757" y="2085085"/>
          <a:ext cx="1204753" cy="139005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36F4ED1-B414-46B8-A8C5-C0FB11F5CFBC}">
      <dsp:nvSpPr>
        <dsp:cNvPr id="0" name=""/>
        <dsp:cNvSpPr/>
      </dsp:nvSpPr>
      <dsp:spPr>
        <a:xfrm>
          <a:off x="0" y="3822657"/>
          <a:ext cx="6023769" cy="173757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t" anchorCtr="0">
          <a:noAutofit/>
        </a:bodyPr>
        <a:lstStyle/>
        <a:p>
          <a:pPr marL="0" lvl="0" indent="0" algn="l" defTabSz="1511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400" kern="1200"/>
            <a:t>Fernanda Marín</a:t>
          </a:r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700" kern="1200"/>
            <a:t>Developer</a:t>
          </a:r>
          <a:endParaRPr lang="es-CL" sz="2700" kern="1200"/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700" kern="1200"/>
            <a:t>Desarrollo</a:t>
          </a:r>
          <a:endParaRPr lang="es-CL" sz="2700" kern="1200"/>
        </a:p>
      </dsp:txBody>
      <dsp:txXfrm>
        <a:off x="1378510" y="3822657"/>
        <a:ext cx="4645258" cy="1737571"/>
      </dsp:txXfrm>
    </dsp:sp>
    <dsp:sp modelId="{7C6A764B-C67C-494C-B90E-7B3C3DDE54A4}">
      <dsp:nvSpPr>
        <dsp:cNvPr id="0" name=""/>
        <dsp:cNvSpPr/>
      </dsp:nvSpPr>
      <dsp:spPr>
        <a:xfrm>
          <a:off x="173757" y="3996414"/>
          <a:ext cx="1204753" cy="139005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64A916-2C2E-265E-D1A7-F8BA8BAA56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E2B618F-FEF4-D0FB-4038-D93A262EA3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443312A-AEFB-3177-E12B-386C4F429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24-11-2025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47C3C00-ADC0-ABB2-EF55-4D170DA0D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1B0C28A-E393-39C0-65D4-7252445FA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53887044"/>
      </p:ext>
    </p:extLst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A7B6CD-9456-B138-ECD2-C8D7A666C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874D6B0-7AF3-685F-CEAB-5529E05E8C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AF52F25-C2C6-7F7B-276E-37CD648AA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24-11-2025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3947A73-C5CF-9FE2-967B-D4D866F9D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ECAE93-9144-BF33-1401-DF6FFF6FA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23929711"/>
      </p:ext>
    </p:extLst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B56A89-B019-96BD-5BAD-62AE0C3AC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22B60B4-76B8-D88B-5674-F86DC36707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9DE800A-255F-4AE1-5E56-606A61B37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24-11-2025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DFC92BF-9B9F-10CC-5BC8-BAC85DDB9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3372357-062E-F22F-4B80-ED779DDD1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1426009"/>
      </p:ext>
    </p:extLst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399D17-3BAA-B1F3-D450-274A02753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660F58E-6555-CC20-7FB5-60DB4AEFC8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2CAA47F-EB54-628D-A823-3A00718BE8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890AFF8-D9BE-4C13-0483-E843C51CA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24-11-2025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ECF5C03-2790-90EB-0D65-AA62820C0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491F526-CDE5-755B-4A3F-50F807763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52846858"/>
      </p:ext>
    </p:extLst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9CF108-6B99-8CCE-C8FD-D995F9965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B0B922A-6156-2235-AA95-A8B8C02B33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F40D8F2-325E-B2D8-EDDA-56DE9D1F2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58884F1-5F33-E36A-DEE4-9693FBE7DB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5DF08E0-1508-F512-337D-F5C8A5F0C3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553ED18-81E3-9782-22CD-40D6A1909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24-11-2025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78D2E67-9BFA-E800-3A7E-8900D96D4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56AEF8A-22F0-544A-1B96-40996F1A6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63044769"/>
      </p:ext>
    </p:extLst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80A5D8-AC89-1289-2F04-0814CB9B1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703452B-17EB-394F-735B-5A921A58A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24-11-2025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60A54D4-94C4-7743-43A2-1A52792A4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9886359-BA16-2E60-D21D-C9E1AD88B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02827478"/>
      </p:ext>
    </p:extLst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E9082406-6A57-2057-24EC-1A6C257A2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24-11-2025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D4737A7-3975-9225-3AAC-282F9F456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758996F-BDE4-86FA-BD9D-DFCAB9143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53576406"/>
      </p:ext>
    </p:extLst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5B1326-48D6-CCCF-9030-3AC9A67CD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704BD84-4F55-3649-4756-7A4CE760D3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F111F47-438E-ECB7-5D1F-CB07E54FD6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01E9545-DD0E-6A0B-2B88-934785A7E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24-11-2025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23CD897-12AF-A56D-CB14-1B41012DE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9257B85-275B-F539-96E6-BF6C3F487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53514770"/>
      </p:ext>
    </p:extLst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45BFE8-4F8E-9F77-F45C-B4D870295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3CB21F6-368F-6F50-5C0D-6BE2DDE1E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012122B-29C5-7F4E-7EFB-41EF277FCE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17332B2-B78B-790B-184B-C7299CC48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24-11-2025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61CBB3B-17B4-113F-AA5B-E804167AD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C8A1FFA-A66B-F32D-E3CE-2337B07F5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36603574"/>
      </p:ext>
    </p:extLst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CA4049-BEF3-0AFD-A19B-45FF1D820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4FD3394-1BB2-4A78-E0C2-B81E3B0A0C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FB1E014-02B1-2EA8-C324-69C065711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24-11-2025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5D9E46F-A5FD-E000-2817-06E54BC72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5F151D9-94A1-87E1-B673-4D3D316B9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85804739"/>
      </p:ext>
    </p:extLst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B72A6E5-A0E4-586A-8BAE-08F39AC9E9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C8C75B9-2362-53B4-3282-7D8A22F061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B97AA35-3C24-08C9-2992-BE0C70C5D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24-11-2025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103D78-DCDD-276E-7575-A1992D704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B60B15A-BAF6-5EBF-7331-0AFFFFABE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23337686"/>
      </p:ext>
    </p:extLst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48B6D4E-E3C2-3792-E3C4-2CBC2E052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882E89E-FB21-817B-8050-7AD81F9CED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3A1C48C-F8B6-B30A-3815-D7ADD14FF2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1704C8-43E3-4F4F-BE90-356A640D5754}" type="datetimeFigureOut">
              <a:rPr lang="es-CL" smtClean="0"/>
              <a:t>24-11-2025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909214F-88E2-1045-9D0B-C2ECD481C3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38CA17-DD6E-139F-6ED9-FAD83BB727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567036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jpe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jpeg"/><Relationship Id="rId9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2707792"/>
            <a:ext cx="12191999" cy="206210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MX" sz="4400" dirty="0"/>
              <a:t>PROYECTO “SYNAPQUEST”</a:t>
            </a:r>
          </a:p>
          <a:p>
            <a:pPr algn="ctr"/>
            <a:r>
              <a:rPr lang="es-MX" sz="2000" dirty="0">
                <a:ea typeface="Calibri"/>
                <a:cs typeface="Calibri"/>
              </a:rPr>
              <a:t>Una plataforma de aprendizaje adaptativo</a:t>
            </a:r>
            <a:endParaRPr lang="es-MX" sz="2000" dirty="0"/>
          </a:p>
          <a:p>
            <a:pPr algn="ctr"/>
            <a:endParaRPr lang="es-MX" sz="2000" dirty="0"/>
          </a:p>
          <a:p>
            <a:pPr algn="ctr"/>
            <a:endParaRPr lang="es-MX" sz="2000" dirty="0"/>
          </a:p>
          <a:p>
            <a:pPr algn="ctr"/>
            <a:r>
              <a:rPr lang="es-MX" sz="2400" dirty="0"/>
              <a:t>PRESENTACIÓN FINAL CAPSTONE</a:t>
            </a:r>
            <a:endParaRPr lang="es-CL" sz="2400" dirty="0"/>
          </a:p>
        </p:txBody>
      </p:sp>
    </p:spTree>
    <p:extLst>
      <p:ext uri="{BB962C8B-B14F-4D97-AF65-F5344CB8AC3E}">
        <p14:creationId xmlns:p14="http://schemas.microsoft.com/office/powerpoint/2010/main" val="2391963198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Diagrama 4">
            <a:extLst>
              <a:ext uri="{FF2B5EF4-FFF2-40B4-BE49-F238E27FC236}">
                <a16:creationId xmlns:a16="http://schemas.microsoft.com/office/drawing/2014/main" id="{CD98BAAD-E67E-3FB9-220F-BD3AA3645F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01504290"/>
              </p:ext>
            </p:extLst>
          </p:nvPr>
        </p:nvGraphicFramePr>
        <p:xfrm>
          <a:off x="5121151" y="986919"/>
          <a:ext cx="6023769" cy="55602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MX">
                <a:solidFill>
                  <a:schemeClr val="bg2">
                    <a:lumMod val="50000"/>
                  </a:schemeClr>
                </a:solidFill>
              </a:rPr>
              <a:t>PROYECTO “SYNAPQUEST”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705052" y="3068141"/>
            <a:ext cx="36089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/>
              <a:t>INTEGRANTES DEL PROYECTO</a:t>
            </a:r>
            <a:endParaRPr lang="es-CL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6815989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MX">
                <a:solidFill>
                  <a:schemeClr val="bg2">
                    <a:lumMod val="50000"/>
                  </a:schemeClr>
                </a:solidFill>
              </a:rPr>
              <a:t>PROYECTO “SYNAPQUEST”</a:t>
            </a:r>
            <a:endParaRPr lang="es-ES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/>
              <a:t>DESCRIPCIÓN DEL PROYECTO</a:t>
            </a:r>
            <a:endParaRPr lang="es-CL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5CB288BD-84B1-DF16-6004-32D5F8A61FF7}"/>
              </a:ext>
            </a:extLst>
          </p:cNvPr>
          <p:cNvSpPr/>
          <p:nvPr/>
        </p:nvSpPr>
        <p:spPr>
          <a:xfrm>
            <a:off x="714909" y="2169769"/>
            <a:ext cx="4348705" cy="4092601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45720" rIns="91440" bIns="45720" rtlCol="0" anchor="t" anchorCtr="0"/>
          <a:lstStyle/>
          <a:p>
            <a:pPr lvl="0" algn="ctr"/>
            <a:r>
              <a:rPr lang="es-MX" sz="2800" u="sng" dirty="0"/>
              <a:t>Problema o dolor</a:t>
            </a:r>
          </a:p>
          <a:p>
            <a:pPr lvl="0" algn="ctr"/>
            <a:endParaRPr lang="es-MX" u="sng"/>
          </a:p>
          <a:p>
            <a:pPr marL="285750" indent="-285750" algn="just">
              <a:buFont typeface="Arial"/>
              <a:buChar char="•"/>
            </a:pPr>
            <a:r>
              <a:rPr lang="es-MX" dirty="0">
                <a:ea typeface="+mn-lt"/>
                <a:cs typeface="+mn-lt"/>
              </a:rPr>
              <a:t>El sistema educativo actual en Chile es lineal y poco flexible; no se ajustan a los ritmos atencionales del TDAH.</a:t>
            </a:r>
            <a:endParaRPr lang="es-MX" dirty="0">
              <a:ea typeface="Calibri" panose="020F0502020204030204"/>
              <a:cs typeface="Calibri" panose="020F0502020204030204"/>
            </a:endParaRPr>
          </a:p>
          <a:p>
            <a:pPr marL="285750" indent="-285750" algn="just">
              <a:buFont typeface="Arial"/>
              <a:buChar char="•"/>
            </a:pPr>
            <a:r>
              <a:rPr lang="es-MX" dirty="0">
                <a:ea typeface="+mn-lt"/>
                <a:cs typeface="+mn-lt"/>
              </a:rPr>
              <a:t>Esto provoca frustración, abandono de tareas y bajo rendimiento académico.</a:t>
            </a:r>
            <a:endParaRPr lang="es-MX" dirty="0">
              <a:ea typeface="Calibri" panose="020F0502020204030204"/>
              <a:cs typeface="Calibri" panose="020F0502020204030204"/>
            </a:endParaRPr>
          </a:p>
          <a:p>
            <a:pPr marL="285750" indent="-285750" algn="just">
              <a:buFont typeface="Arial"/>
              <a:buChar char="•"/>
            </a:pPr>
            <a:r>
              <a:rPr lang="es-MX" dirty="0">
                <a:ea typeface="+mn-lt"/>
                <a:cs typeface="+mn-lt"/>
              </a:rPr>
              <a:t>Se requiere adaptar contenido, formato y tiempos de estudio de manera dinámica.</a:t>
            </a:r>
            <a:endParaRPr lang="es-MX" dirty="0">
              <a:ea typeface="Calibri" panose="020F0502020204030204"/>
              <a:cs typeface="Calibri" panose="020F0502020204030204"/>
            </a:endParaRPr>
          </a:p>
          <a:p>
            <a:pPr algn="just"/>
            <a:endParaRPr lang="es-MX" sz="1800" dirty="0">
              <a:ea typeface="Calibri"/>
              <a:cs typeface="Calibri"/>
            </a:endParaRPr>
          </a:p>
          <a:p>
            <a:pPr algn="ctr"/>
            <a:endParaRPr lang="es-CL" u="sng">
              <a:ea typeface="Calibri"/>
              <a:cs typeface="Calibri"/>
            </a:endParaRP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DDC84C5C-77A0-B2A2-F0BB-8A7713B865EA}"/>
              </a:ext>
            </a:extLst>
          </p:cNvPr>
          <p:cNvSpPr/>
          <p:nvPr/>
        </p:nvSpPr>
        <p:spPr>
          <a:xfrm>
            <a:off x="6985148" y="2166887"/>
            <a:ext cx="4348705" cy="4092601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45720" rIns="91440" bIns="45720" rtlCol="0" anchor="t" anchorCtr="0"/>
          <a:lstStyle/>
          <a:p>
            <a:pPr lvl="0" algn="ctr"/>
            <a:r>
              <a:rPr lang="es-MX" sz="2800" u="sng"/>
              <a:t>Propuesta de solución</a:t>
            </a:r>
          </a:p>
          <a:p>
            <a:pPr lvl="0" algn="ctr"/>
            <a:endParaRPr lang="es-MX" u="sng"/>
          </a:p>
          <a:p>
            <a:pPr algn="just"/>
            <a:r>
              <a:rPr lang="es-MX">
                <a:ea typeface="Calibri"/>
                <a:cs typeface="Calibri"/>
              </a:rPr>
              <a:t>Plataforma en línea que permita a estudiantes con TDAH aprender de manera personalizada, acorde a sus necesidades. </a:t>
            </a:r>
          </a:p>
          <a:p>
            <a:pPr marL="285750" indent="-285750" algn="just">
              <a:buFont typeface="Arial"/>
              <a:buChar char="•"/>
            </a:pPr>
            <a:r>
              <a:rPr lang="es-MX">
                <a:ea typeface="Calibri"/>
                <a:cs typeface="Calibri"/>
              </a:rPr>
              <a:t>Estilo gamificado para sostener el interés.</a:t>
            </a:r>
          </a:p>
          <a:p>
            <a:pPr marL="285750" indent="-285750" algn="just">
              <a:buFont typeface="Arial"/>
              <a:buChar char="•"/>
            </a:pPr>
            <a:r>
              <a:rPr lang="es-MX">
                <a:ea typeface="Calibri"/>
                <a:cs typeface="Calibri"/>
              </a:rPr>
              <a:t>Seguimiento visual de progreso</a:t>
            </a:r>
          </a:p>
          <a:p>
            <a:pPr marL="285750" indent="-285750" algn="just">
              <a:buFont typeface="Arial"/>
              <a:buChar char="•"/>
            </a:pPr>
            <a:r>
              <a:rPr lang="es-MX">
                <a:ea typeface="Calibri"/>
                <a:cs typeface="Calibri"/>
              </a:rPr>
              <a:t>Diseño específico para TDAH: bloques breves, variedad de formatos y </a:t>
            </a:r>
            <a:r>
              <a:rPr lang="es-MX" err="1">
                <a:ea typeface="Calibri"/>
                <a:cs typeface="Calibri"/>
              </a:rPr>
              <a:t>feedback</a:t>
            </a:r>
            <a:r>
              <a:rPr lang="es-MX">
                <a:ea typeface="Calibri"/>
                <a:cs typeface="Calibri"/>
              </a:rPr>
              <a:t> inmediato.</a:t>
            </a:r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E4B09E7F-FBE6-31BF-0C0F-DD32DBE05724}"/>
              </a:ext>
            </a:extLst>
          </p:cNvPr>
          <p:cNvSpPr/>
          <p:nvPr/>
        </p:nvSpPr>
        <p:spPr>
          <a:xfrm>
            <a:off x="5456903" y="3736258"/>
            <a:ext cx="1140542" cy="7570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2B85F5C6-9FC7-4536-E565-9B71A1CB94FE}"/>
              </a:ext>
            </a:extLst>
          </p:cNvPr>
          <p:cNvSpPr txBox="1"/>
          <p:nvPr/>
        </p:nvSpPr>
        <p:spPr>
          <a:xfrm>
            <a:off x="290286" y="6452810"/>
            <a:ext cx="7559523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MX" sz="1400" dirty="0">
                <a:solidFill>
                  <a:srgbClr val="767171"/>
                </a:solidFill>
                <a:ea typeface="Calibri"/>
                <a:cs typeface="Calibri"/>
              </a:rPr>
              <a:t>En Concepción, un estudio encontró que el 3,7% de los estudiantes de 6 a 17 años, presentan TDAH.</a:t>
            </a:r>
          </a:p>
        </p:txBody>
      </p:sp>
    </p:spTree>
    <p:extLst>
      <p:ext uri="{BB962C8B-B14F-4D97-AF65-F5344CB8AC3E}">
        <p14:creationId xmlns:p14="http://schemas.microsoft.com/office/powerpoint/2010/main" val="77573075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MX">
                <a:solidFill>
                  <a:schemeClr val="bg2">
                    <a:lumMod val="50000"/>
                  </a:schemeClr>
                </a:solidFill>
              </a:rPr>
              <a:t>PROYECTO “SYNAPQUEST”</a:t>
            </a:r>
            <a:endParaRPr lang="es-ES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384304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/>
              <a:t>Objetivo General</a:t>
            </a:r>
            <a:endParaRPr lang="es-CL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uadroTexto 1">
            <a:extLst>
              <a:ext uri="{FF2B5EF4-FFF2-40B4-BE49-F238E27FC236}">
                <a16:creationId xmlns:a16="http://schemas.microsoft.com/office/drawing/2014/main" id="{733B57D9-BF13-9372-D021-14655CF00C4C}"/>
              </a:ext>
            </a:extLst>
          </p:cNvPr>
          <p:cNvSpPr txBox="1"/>
          <p:nvPr/>
        </p:nvSpPr>
        <p:spPr>
          <a:xfrm>
            <a:off x="1" y="4082446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/>
              <a:t>Objetivos Específicos</a:t>
            </a:r>
            <a:endParaRPr lang="es-CL"/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08D4A171-2FE3-5173-34E6-9DC3D74E7376}"/>
              </a:ext>
            </a:extLst>
          </p:cNvPr>
          <p:cNvSpPr/>
          <p:nvPr/>
        </p:nvSpPr>
        <p:spPr>
          <a:xfrm>
            <a:off x="614515" y="2040571"/>
            <a:ext cx="10962967" cy="1575221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MX">
                <a:ea typeface="+mn-lt"/>
                <a:cs typeface="+mn-lt"/>
              </a:rPr>
              <a:t>Desarrollar e implementar una plataforma de aprendizaje adaptativo para estudiantes con TDAH, utilizando gamificación y contenidos personalizados para mejorar la concentración, la memoria y el rendimiento escolar. </a:t>
            </a:r>
            <a:endParaRPr lang="es-ES">
              <a:ea typeface="+mn-lt"/>
              <a:cs typeface="+mn-lt"/>
            </a:endParaRP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7E63425F-86F4-531E-E0F5-7A349604A51E}"/>
              </a:ext>
            </a:extLst>
          </p:cNvPr>
          <p:cNvSpPr/>
          <p:nvPr/>
        </p:nvSpPr>
        <p:spPr>
          <a:xfrm>
            <a:off x="614514" y="4732407"/>
            <a:ext cx="10962967" cy="1575221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marL="285750" indent="-285750" algn="ctr">
              <a:buFont typeface="Arial"/>
              <a:buChar char="•"/>
            </a:pPr>
            <a:r>
              <a:rPr lang="es-MX" dirty="0">
                <a:ea typeface="+mn-lt"/>
                <a:cs typeface="+mn-lt"/>
              </a:rPr>
              <a:t>Diseñar una </a:t>
            </a:r>
            <a:r>
              <a:rPr lang="es-MX" b="1" dirty="0">
                <a:ea typeface="+mn-lt"/>
                <a:cs typeface="+mn-lt"/>
              </a:rPr>
              <a:t>interfaz </a:t>
            </a:r>
            <a:r>
              <a:rPr lang="es-MX" b="1" dirty="0" err="1">
                <a:ea typeface="+mn-lt"/>
                <a:cs typeface="+mn-lt"/>
              </a:rPr>
              <a:t>gamificada</a:t>
            </a:r>
            <a:r>
              <a:rPr lang="es-MX" dirty="0">
                <a:ea typeface="+mn-lt"/>
                <a:cs typeface="+mn-lt"/>
              </a:rPr>
              <a:t> para mantener el interés y la motivación.</a:t>
            </a:r>
          </a:p>
          <a:p>
            <a:pPr marL="285750" indent="-285750" algn="ctr">
              <a:buFont typeface="Arial"/>
              <a:buChar char="•"/>
            </a:pPr>
            <a:r>
              <a:rPr lang="es-MX" dirty="0">
                <a:ea typeface="+mn-lt"/>
                <a:cs typeface="+mn-lt"/>
              </a:rPr>
              <a:t>Desarrollar un sistema de </a:t>
            </a:r>
            <a:r>
              <a:rPr lang="es-MX" b="1" dirty="0">
                <a:ea typeface="+mn-lt"/>
                <a:cs typeface="+mn-lt"/>
              </a:rPr>
              <a:t>evaluación continua</a:t>
            </a:r>
            <a:r>
              <a:rPr lang="es-MX" dirty="0">
                <a:ea typeface="+mn-lt"/>
                <a:cs typeface="+mn-lt"/>
              </a:rPr>
              <a:t> de atención y rendimiento del usuario. </a:t>
            </a:r>
            <a:endParaRPr lang="es-MX" dirty="0"/>
          </a:p>
          <a:p>
            <a:pPr marL="285750" indent="-285750" algn="ctr">
              <a:buFont typeface="Arial"/>
              <a:buChar char="•"/>
            </a:pPr>
            <a:r>
              <a:rPr lang="es-MX" dirty="0">
                <a:ea typeface="+mn-lt"/>
                <a:cs typeface="+mn-lt"/>
              </a:rPr>
              <a:t>Integrar un </a:t>
            </a:r>
            <a:r>
              <a:rPr lang="es-MX" b="1" dirty="0">
                <a:ea typeface="+mn-lt"/>
                <a:cs typeface="+mn-lt"/>
              </a:rPr>
              <a:t>módulo de seguimiento</a:t>
            </a:r>
            <a:r>
              <a:rPr lang="es-MX" dirty="0">
                <a:ea typeface="+mn-lt"/>
                <a:cs typeface="+mn-lt"/>
              </a:rPr>
              <a:t> con reportes visuales del progreso.</a:t>
            </a:r>
          </a:p>
          <a:p>
            <a:pPr marL="285750" indent="-285750" algn="ctr">
              <a:buFont typeface="Arial"/>
              <a:buChar char="•"/>
            </a:pPr>
            <a:r>
              <a:rPr lang="es-MX" b="1" dirty="0">
                <a:ea typeface="+mn-lt"/>
                <a:cs typeface="+mn-lt"/>
              </a:rPr>
              <a:t>Validar</a:t>
            </a:r>
            <a:r>
              <a:rPr lang="es-MX" dirty="0">
                <a:ea typeface="+mn-lt"/>
                <a:cs typeface="+mn-lt"/>
              </a:rPr>
              <a:t> la plataforma con pruebas de usuarios, midiendo mejora en </a:t>
            </a:r>
            <a:r>
              <a:rPr lang="es-MX" b="1" dirty="0">
                <a:ea typeface="+mn-lt"/>
                <a:cs typeface="+mn-lt"/>
              </a:rPr>
              <a:t>retención</a:t>
            </a:r>
            <a:r>
              <a:rPr lang="es-MX" dirty="0">
                <a:ea typeface="+mn-lt"/>
                <a:cs typeface="+mn-lt"/>
              </a:rPr>
              <a:t> y </a:t>
            </a:r>
            <a:r>
              <a:rPr lang="es-MX" b="1" dirty="0">
                <a:ea typeface="+mn-lt"/>
                <a:cs typeface="+mn-lt"/>
              </a:rPr>
              <a:t>satisfacción</a:t>
            </a:r>
            <a:r>
              <a:rPr lang="es-MX" dirty="0">
                <a:ea typeface="+mn-lt"/>
                <a:cs typeface="+mn-lt"/>
              </a:rPr>
              <a:t>.</a:t>
            </a:r>
            <a:endParaRPr lang="es-MX" dirty="0">
              <a:ea typeface="Calibri" panose="020F0502020204030204"/>
              <a:cs typeface="Calibri" panose="020F0502020204030204"/>
            </a:endParaRPr>
          </a:p>
          <a:p>
            <a:pPr marL="285750" indent="-285750" algn="ctr">
              <a:buFont typeface="Arial"/>
              <a:buChar char="•"/>
            </a:pPr>
            <a:endParaRPr lang="es-MX"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717669782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MX">
                <a:solidFill>
                  <a:schemeClr val="bg2">
                    <a:lumMod val="50000"/>
                  </a:schemeClr>
                </a:solidFill>
              </a:rPr>
              <a:t>PROYECTO “SYNAPQUEST”</a:t>
            </a:r>
            <a:endParaRPr lang="es-ES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07070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/>
              <a:t>Alcances y limitaciones del proyecto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uadroTexto 1">
            <a:extLst>
              <a:ext uri="{FF2B5EF4-FFF2-40B4-BE49-F238E27FC236}">
                <a16:creationId xmlns:a16="http://schemas.microsoft.com/office/drawing/2014/main" id="{FB767031-B7FE-44F1-F262-D67B7906CB03}"/>
              </a:ext>
            </a:extLst>
          </p:cNvPr>
          <p:cNvSpPr txBox="1"/>
          <p:nvPr/>
        </p:nvSpPr>
        <p:spPr>
          <a:xfrm flipH="1">
            <a:off x="4305" y="1931095"/>
            <a:ext cx="622935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2400" u="sng">
                <a:ea typeface="Calibri"/>
                <a:cs typeface="Calibri"/>
              </a:rPr>
              <a:t>Alcances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96B4E972-7382-B5FC-87F8-8DDF06173B6B}"/>
              </a:ext>
            </a:extLst>
          </p:cNvPr>
          <p:cNvSpPr txBox="1"/>
          <p:nvPr/>
        </p:nvSpPr>
        <p:spPr>
          <a:xfrm>
            <a:off x="6096000" y="1933575"/>
            <a:ext cx="609600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2400" u="sng">
                <a:ea typeface="Calibri" panose="020F0502020204030204"/>
                <a:cs typeface="Calibri" panose="020F0502020204030204"/>
              </a:rPr>
              <a:t>Limitaciones</a:t>
            </a:r>
            <a:endParaRPr lang="es-E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28FDDB1D-DF85-CDF9-72E6-C32D5897E05B}"/>
              </a:ext>
            </a:extLst>
          </p:cNvPr>
          <p:cNvSpPr txBox="1"/>
          <p:nvPr/>
        </p:nvSpPr>
        <p:spPr>
          <a:xfrm>
            <a:off x="1440493" y="2599150"/>
            <a:ext cx="3581400" cy="267765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s-ES" sz="1400" b="1">
                <a:ea typeface="+mn-lt"/>
                <a:cs typeface="+mn-lt"/>
              </a:rPr>
              <a:t>Perfiles:</a:t>
            </a:r>
            <a:r>
              <a:rPr lang="es-ES" sz="1400">
                <a:ea typeface="+mn-lt"/>
                <a:cs typeface="+mn-lt"/>
              </a:rPr>
              <a:t> Estudiante y </a:t>
            </a:r>
            <a:r>
              <a:rPr lang="es-ES" sz="1400" err="1">
                <a:ea typeface="+mn-lt"/>
                <a:cs typeface="+mn-lt"/>
              </a:rPr>
              <a:t>Admin</a:t>
            </a:r>
            <a:r>
              <a:rPr lang="es-ES" sz="1400">
                <a:ea typeface="+mn-lt"/>
                <a:cs typeface="+mn-lt"/>
              </a:rPr>
              <a:t> con autenticación y control de acceso por rol.</a:t>
            </a:r>
          </a:p>
          <a:p>
            <a:pPr marL="285750" indent="-285750">
              <a:buFont typeface="Arial"/>
              <a:buChar char="•"/>
            </a:pPr>
            <a:r>
              <a:rPr lang="es-ES" sz="1400" b="1">
                <a:ea typeface="+mn-lt"/>
                <a:cs typeface="+mn-lt"/>
              </a:rPr>
              <a:t>Contenido:</a:t>
            </a:r>
            <a:r>
              <a:rPr lang="es-ES" sz="1400">
                <a:ea typeface="+mn-lt"/>
                <a:cs typeface="+mn-lt"/>
              </a:rPr>
              <a:t> Materias y actividades tipo quiz/ejercicio guiado con material breve.</a:t>
            </a:r>
          </a:p>
          <a:p>
            <a:pPr marL="285750" indent="-285750">
              <a:buFont typeface="Arial"/>
              <a:buChar char="•"/>
            </a:pPr>
            <a:r>
              <a:rPr lang="es-ES" sz="1400" b="1">
                <a:ea typeface="+mn-lt"/>
                <a:cs typeface="+mn-lt"/>
              </a:rPr>
              <a:t>Gamificación:</a:t>
            </a:r>
            <a:r>
              <a:rPr lang="es-ES" sz="1400">
                <a:ea typeface="+mn-lt"/>
                <a:cs typeface="+mn-lt"/>
              </a:rPr>
              <a:t> XP, rachas, logros iniciales y tablero de actividad reciente.</a:t>
            </a:r>
          </a:p>
          <a:p>
            <a:pPr marL="285750" indent="-285750">
              <a:buFont typeface="Arial"/>
              <a:buChar char="•"/>
            </a:pPr>
            <a:r>
              <a:rPr lang="es-ES" sz="1400" b="1">
                <a:ea typeface="+mn-lt"/>
                <a:cs typeface="+mn-lt"/>
              </a:rPr>
              <a:t>Seguimiento (</a:t>
            </a:r>
            <a:r>
              <a:rPr lang="es-ES" sz="1400" b="1" err="1">
                <a:ea typeface="+mn-lt"/>
                <a:cs typeface="+mn-lt"/>
              </a:rPr>
              <a:t>Admin</a:t>
            </a:r>
            <a:r>
              <a:rPr lang="es-ES" sz="1400" b="1">
                <a:ea typeface="+mn-lt"/>
                <a:cs typeface="+mn-lt"/>
              </a:rPr>
              <a:t>):</a:t>
            </a:r>
            <a:r>
              <a:rPr lang="es-ES" sz="1400">
                <a:ea typeface="+mn-lt"/>
                <a:cs typeface="+mn-lt"/>
              </a:rPr>
              <a:t> </a:t>
            </a:r>
            <a:r>
              <a:rPr lang="es-ES" sz="1400" err="1">
                <a:ea typeface="+mn-lt"/>
                <a:cs typeface="+mn-lt"/>
              </a:rPr>
              <a:t>Dashboard</a:t>
            </a:r>
            <a:r>
              <a:rPr lang="es-ES" sz="1400">
                <a:ea typeface="+mn-lt"/>
                <a:cs typeface="+mn-lt"/>
              </a:rPr>
              <a:t> con </a:t>
            </a:r>
            <a:r>
              <a:rPr lang="es-ES" sz="1400" err="1">
                <a:ea typeface="+mn-lt"/>
                <a:cs typeface="+mn-lt"/>
              </a:rPr>
              <a:t>KPIs</a:t>
            </a:r>
            <a:r>
              <a:rPr lang="es-ES" sz="1400">
                <a:ea typeface="+mn-lt"/>
                <a:cs typeface="+mn-lt"/>
              </a:rPr>
              <a:t> (actividad, progreso, XP semanal), vista por estudiante y por actividad.</a:t>
            </a:r>
          </a:p>
          <a:p>
            <a:pPr marL="285750" indent="-285750">
              <a:buFont typeface="Arial"/>
              <a:buChar char="•"/>
            </a:pPr>
            <a:r>
              <a:rPr lang="es-ES" sz="1400" b="1">
                <a:ea typeface="+mn-lt"/>
                <a:cs typeface="+mn-lt"/>
              </a:rPr>
              <a:t>Datos mínimos:</a:t>
            </a:r>
            <a:r>
              <a:rPr lang="es-ES" sz="1400">
                <a:ea typeface="+mn-lt"/>
                <a:cs typeface="+mn-lt"/>
              </a:rPr>
              <a:t> Intentos, tiempo a finalización, % aprobación, XP semanal, rachas.</a:t>
            </a:r>
            <a:endParaRPr lang="es-ES" sz="1400">
              <a:ea typeface="Calibri"/>
              <a:cs typeface="Calibri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746A4873-CA5C-1D3A-005B-CE9508470016}"/>
              </a:ext>
            </a:extLst>
          </p:cNvPr>
          <p:cNvSpPr txBox="1"/>
          <p:nvPr/>
        </p:nvSpPr>
        <p:spPr>
          <a:xfrm>
            <a:off x="7515616" y="2599150"/>
            <a:ext cx="2743200" cy="9541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s-ES" sz="1400" b="1">
                <a:ea typeface="+mn-lt"/>
                <a:cs typeface="+mn-lt"/>
              </a:rPr>
              <a:t>Limitaciones de tiempo</a:t>
            </a:r>
          </a:p>
          <a:p>
            <a:pPr marL="285750" indent="-285750">
              <a:buFont typeface="Arial"/>
              <a:buChar char="•"/>
            </a:pPr>
            <a:r>
              <a:rPr lang="es-ES" sz="1400" b="1">
                <a:ea typeface="+mn-lt"/>
                <a:cs typeface="+mn-lt"/>
              </a:rPr>
              <a:t>Sólo web responsiva</a:t>
            </a:r>
            <a:r>
              <a:rPr lang="es-ES" sz="1400">
                <a:ea typeface="+mn-lt"/>
                <a:cs typeface="+mn-lt"/>
              </a:rPr>
              <a:t> (sin app móvil nativa).</a:t>
            </a:r>
          </a:p>
          <a:p>
            <a:pPr marL="285750" indent="-285750">
              <a:buFont typeface="Arial"/>
              <a:buChar char="•"/>
            </a:pPr>
            <a:r>
              <a:rPr lang="es-ES" sz="1400" b="1">
                <a:ea typeface="+mn-lt"/>
                <a:cs typeface="+mn-lt"/>
              </a:rPr>
              <a:t>Validez externa</a:t>
            </a:r>
            <a:r>
              <a:rPr lang="es-ES" sz="1400">
                <a:ea typeface="+mn-lt"/>
                <a:cs typeface="+mn-lt"/>
              </a:rPr>
              <a:t> limitada.</a:t>
            </a:r>
            <a:endParaRPr lang="es-ES" sz="1400"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299956469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MX">
                <a:solidFill>
                  <a:schemeClr val="bg2">
                    <a:lumMod val="50000"/>
                  </a:schemeClr>
                </a:solidFill>
              </a:rPr>
              <a:t>PROYECTO “SYNAPQUEST”</a:t>
            </a:r>
            <a:endParaRPr lang="es-ES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2802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/>
              <a:t>Metodología de trabajo para el desarrollo del proyecto</a:t>
            </a:r>
            <a:endParaRPr lang="es-CL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Imagen 2" descr="Kanban lean method project management icon Vector Image">
            <a:extLst>
              <a:ext uri="{FF2B5EF4-FFF2-40B4-BE49-F238E27FC236}">
                <a16:creationId xmlns:a16="http://schemas.microsoft.com/office/drawing/2014/main" id="{0DE37DC5-DC31-FF8C-2095-4C9438C0B40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634" t="17008" r="21634" b="20902"/>
          <a:stretch>
            <a:fillRect/>
          </a:stretch>
        </p:blipFill>
        <p:spPr>
          <a:xfrm>
            <a:off x="1187755" y="2052722"/>
            <a:ext cx="3266026" cy="3855592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D29775C4-148D-FA30-FAA5-21EB69B6D456}"/>
              </a:ext>
            </a:extLst>
          </p:cNvPr>
          <p:cNvSpPr txBox="1"/>
          <p:nvPr/>
        </p:nvSpPr>
        <p:spPr>
          <a:xfrm>
            <a:off x="6096000" y="2964492"/>
            <a:ext cx="5081390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s-ES" b="1">
                <a:ea typeface="+mn-lt"/>
                <a:cs typeface="+mn-lt"/>
              </a:rPr>
              <a:t>WIP limitado</a:t>
            </a:r>
            <a:r>
              <a:rPr lang="es-ES">
                <a:ea typeface="+mn-lt"/>
                <a:cs typeface="+mn-lt"/>
              </a:rPr>
              <a:t> → menos multitarea, menos cuellos de botella, mejor calidad.</a:t>
            </a:r>
          </a:p>
          <a:p>
            <a:pPr marL="285750" indent="-285750">
              <a:buFont typeface="Arial"/>
              <a:buChar char="•"/>
            </a:pPr>
            <a:r>
              <a:rPr lang="es-ES" b="1">
                <a:ea typeface="+mn-lt"/>
                <a:cs typeface="+mn-lt"/>
              </a:rPr>
              <a:t>Visibilidad del trabajo</a:t>
            </a:r>
            <a:r>
              <a:rPr lang="es-ES">
                <a:ea typeface="+mn-lt"/>
                <a:cs typeface="+mn-lt"/>
              </a:rPr>
              <a:t> (tablero).</a:t>
            </a:r>
          </a:p>
          <a:p>
            <a:pPr marL="285750" indent="-285750">
              <a:buFont typeface="Arial"/>
              <a:buChar char="•"/>
            </a:pPr>
            <a:r>
              <a:rPr lang="es-ES" b="1">
                <a:ea typeface="+mn-lt"/>
                <a:cs typeface="+mn-lt"/>
              </a:rPr>
              <a:t>Adaptable</a:t>
            </a:r>
            <a:r>
              <a:rPr lang="es-ES">
                <a:ea typeface="+mn-lt"/>
                <a:cs typeface="+mn-lt"/>
              </a:rPr>
              <a:t>: no impone iteraciones fijas; ideal para cambios de UX/</a:t>
            </a:r>
            <a:r>
              <a:rPr lang="es-ES" err="1">
                <a:ea typeface="+mn-lt"/>
                <a:cs typeface="+mn-lt"/>
              </a:rPr>
              <a:t>KPIs</a:t>
            </a:r>
            <a:r>
              <a:rPr lang="es-ES">
                <a:ea typeface="+mn-lt"/>
                <a:cs typeface="+mn-lt"/>
              </a:rPr>
              <a:t>.</a:t>
            </a:r>
          </a:p>
          <a:p>
            <a:pPr marL="285750" indent="-285750">
              <a:buFont typeface="Arial"/>
              <a:buChar char="•"/>
            </a:pPr>
            <a:r>
              <a:rPr lang="es-ES" b="1">
                <a:ea typeface="+mn-lt"/>
                <a:cs typeface="+mn-lt"/>
              </a:rPr>
              <a:t>Foco en terminar</a:t>
            </a:r>
            <a:r>
              <a:rPr lang="es-ES">
                <a:ea typeface="+mn-lt"/>
                <a:cs typeface="+mn-lt"/>
              </a:rPr>
              <a:t> antes que empezar más.</a:t>
            </a:r>
          </a:p>
          <a:p>
            <a:pPr marL="285750" indent="-285750">
              <a:buFont typeface="Arial"/>
              <a:buChar char="•"/>
            </a:pPr>
            <a:r>
              <a:rPr lang="es-ES" b="1">
                <a:ea typeface="+mn-lt"/>
                <a:cs typeface="+mn-lt"/>
              </a:rPr>
              <a:t>Mejora continua</a:t>
            </a:r>
            <a:r>
              <a:rPr lang="es-ES">
                <a:ea typeface="+mn-lt"/>
                <a:cs typeface="+mn-lt"/>
              </a:rPr>
              <a:t> sencilla.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365555B4-B4C8-6215-F364-52BE63867824}"/>
              </a:ext>
            </a:extLst>
          </p:cNvPr>
          <p:cNvSpPr txBox="1"/>
          <p:nvPr/>
        </p:nvSpPr>
        <p:spPr>
          <a:xfrm>
            <a:off x="5897671" y="2442575"/>
            <a:ext cx="3880979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2400" b="1" dirty="0">
                <a:solidFill>
                  <a:srgbClr val="4472C4"/>
                </a:solidFill>
                <a:ea typeface="Calibri"/>
                <a:cs typeface="Calibri"/>
              </a:rPr>
              <a:t>¿Por qué Kanban?</a:t>
            </a:r>
            <a:endParaRPr lang="es-ES" sz="2400" b="1" dirty="0">
              <a:solidFill>
                <a:srgbClr val="4472C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4199749"/>
      </p:ext>
    </p:ext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MX">
                <a:solidFill>
                  <a:schemeClr val="bg2">
                    <a:lumMod val="50000"/>
                  </a:schemeClr>
                </a:solidFill>
              </a:rPr>
              <a:t>PROYECTO “SYNAPQUEST”</a:t>
            </a:r>
            <a:endParaRPr lang="es-ES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1" y="1155656"/>
            <a:ext cx="12191999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MX" sz="3600"/>
              <a:t>Cronograma para el desarrollo del proyecto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2DC2EB75-2991-D9F7-0FF2-6CD60DDDBB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6068213"/>
              </p:ext>
            </p:extLst>
          </p:nvPr>
        </p:nvGraphicFramePr>
        <p:xfrm>
          <a:off x="1590675" y="2390775"/>
          <a:ext cx="9287717" cy="403276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86898">
                  <a:extLst>
                    <a:ext uri="{9D8B030D-6E8A-4147-A177-3AD203B41FA5}">
                      <a16:colId xmlns:a16="http://schemas.microsoft.com/office/drawing/2014/main" val="177104673"/>
                    </a:ext>
                  </a:extLst>
                </a:gridCol>
                <a:gridCol w="422681">
                  <a:extLst>
                    <a:ext uri="{9D8B030D-6E8A-4147-A177-3AD203B41FA5}">
                      <a16:colId xmlns:a16="http://schemas.microsoft.com/office/drawing/2014/main" val="2406705224"/>
                    </a:ext>
                  </a:extLst>
                </a:gridCol>
                <a:gridCol w="410605">
                  <a:extLst>
                    <a:ext uri="{9D8B030D-6E8A-4147-A177-3AD203B41FA5}">
                      <a16:colId xmlns:a16="http://schemas.microsoft.com/office/drawing/2014/main" val="2242011977"/>
                    </a:ext>
                  </a:extLst>
                </a:gridCol>
                <a:gridCol w="422681">
                  <a:extLst>
                    <a:ext uri="{9D8B030D-6E8A-4147-A177-3AD203B41FA5}">
                      <a16:colId xmlns:a16="http://schemas.microsoft.com/office/drawing/2014/main" val="2476466335"/>
                    </a:ext>
                  </a:extLst>
                </a:gridCol>
                <a:gridCol w="434757">
                  <a:extLst>
                    <a:ext uri="{9D8B030D-6E8A-4147-A177-3AD203B41FA5}">
                      <a16:colId xmlns:a16="http://schemas.microsoft.com/office/drawing/2014/main" val="1793996719"/>
                    </a:ext>
                  </a:extLst>
                </a:gridCol>
                <a:gridCol w="434757">
                  <a:extLst>
                    <a:ext uri="{9D8B030D-6E8A-4147-A177-3AD203B41FA5}">
                      <a16:colId xmlns:a16="http://schemas.microsoft.com/office/drawing/2014/main" val="1419507775"/>
                    </a:ext>
                  </a:extLst>
                </a:gridCol>
                <a:gridCol w="410605">
                  <a:extLst>
                    <a:ext uri="{9D8B030D-6E8A-4147-A177-3AD203B41FA5}">
                      <a16:colId xmlns:a16="http://schemas.microsoft.com/office/drawing/2014/main" val="542178322"/>
                    </a:ext>
                  </a:extLst>
                </a:gridCol>
                <a:gridCol w="410605">
                  <a:extLst>
                    <a:ext uri="{9D8B030D-6E8A-4147-A177-3AD203B41FA5}">
                      <a16:colId xmlns:a16="http://schemas.microsoft.com/office/drawing/2014/main" val="3674853343"/>
                    </a:ext>
                  </a:extLst>
                </a:gridCol>
                <a:gridCol w="410605">
                  <a:extLst>
                    <a:ext uri="{9D8B030D-6E8A-4147-A177-3AD203B41FA5}">
                      <a16:colId xmlns:a16="http://schemas.microsoft.com/office/drawing/2014/main" val="2246880804"/>
                    </a:ext>
                  </a:extLst>
                </a:gridCol>
                <a:gridCol w="410605">
                  <a:extLst>
                    <a:ext uri="{9D8B030D-6E8A-4147-A177-3AD203B41FA5}">
                      <a16:colId xmlns:a16="http://schemas.microsoft.com/office/drawing/2014/main" val="1693569036"/>
                    </a:ext>
                  </a:extLst>
                </a:gridCol>
                <a:gridCol w="410605">
                  <a:extLst>
                    <a:ext uri="{9D8B030D-6E8A-4147-A177-3AD203B41FA5}">
                      <a16:colId xmlns:a16="http://schemas.microsoft.com/office/drawing/2014/main" val="1434252783"/>
                    </a:ext>
                  </a:extLst>
                </a:gridCol>
                <a:gridCol w="410605">
                  <a:extLst>
                    <a:ext uri="{9D8B030D-6E8A-4147-A177-3AD203B41FA5}">
                      <a16:colId xmlns:a16="http://schemas.microsoft.com/office/drawing/2014/main" val="1419785219"/>
                    </a:ext>
                  </a:extLst>
                </a:gridCol>
                <a:gridCol w="422681">
                  <a:extLst>
                    <a:ext uri="{9D8B030D-6E8A-4147-A177-3AD203B41FA5}">
                      <a16:colId xmlns:a16="http://schemas.microsoft.com/office/drawing/2014/main" val="3696006397"/>
                    </a:ext>
                  </a:extLst>
                </a:gridCol>
                <a:gridCol w="422681">
                  <a:extLst>
                    <a:ext uri="{9D8B030D-6E8A-4147-A177-3AD203B41FA5}">
                      <a16:colId xmlns:a16="http://schemas.microsoft.com/office/drawing/2014/main" val="4089080939"/>
                    </a:ext>
                  </a:extLst>
                </a:gridCol>
                <a:gridCol w="422681">
                  <a:extLst>
                    <a:ext uri="{9D8B030D-6E8A-4147-A177-3AD203B41FA5}">
                      <a16:colId xmlns:a16="http://schemas.microsoft.com/office/drawing/2014/main" val="1103592783"/>
                    </a:ext>
                  </a:extLst>
                </a:gridCol>
                <a:gridCol w="422681">
                  <a:extLst>
                    <a:ext uri="{9D8B030D-6E8A-4147-A177-3AD203B41FA5}">
                      <a16:colId xmlns:a16="http://schemas.microsoft.com/office/drawing/2014/main" val="2482990038"/>
                    </a:ext>
                  </a:extLst>
                </a:gridCol>
                <a:gridCol w="422681">
                  <a:extLst>
                    <a:ext uri="{9D8B030D-6E8A-4147-A177-3AD203B41FA5}">
                      <a16:colId xmlns:a16="http://schemas.microsoft.com/office/drawing/2014/main" val="1996273436"/>
                    </a:ext>
                  </a:extLst>
                </a:gridCol>
                <a:gridCol w="200160">
                  <a:extLst>
                    <a:ext uri="{9D8B030D-6E8A-4147-A177-3AD203B41FA5}">
                      <a16:colId xmlns:a16="http://schemas.microsoft.com/office/drawing/2014/main" val="3764024186"/>
                    </a:ext>
                  </a:extLst>
                </a:gridCol>
                <a:gridCol w="422681">
                  <a:extLst>
                    <a:ext uri="{9D8B030D-6E8A-4147-A177-3AD203B41FA5}">
                      <a16:colId xmlns:a16="http://schemas.microsoft.com/office/drawing/2014/main" val="2425482771"/>
                    </a:ext>
                  </a:extLst>
                </a:gridCol>
                <a:gridCol w="422681">
                  <a:extLst>
                    <a:ext uri="{9D8B030D-6E8A-4147-A177-3AD203B41FA5}">
                      <a16:colId xmlns:a16="http://schemas.microsoft.com/office/drawing/2014/main" val="3860454469"/>
                    </a:ext>
                  </a:extLst>
                </a:gridCol>
                <a:gridCol w="452781">
                  <a:extLst>
                    <a:ext uri="{9D8B030D-6E8A-4147-A177-3AD203B41FA5}">
                      <a16:colId xmlns:a16="http://schemas.microsoft.com/office/drawing/2014/main" val="3845412107"/>
                    </a:ext>
                  </a:extLst>
                </a:gridCol>
              </a:tblGrid>
              <a:tr h="190500">
                <a:tc rowSpan="2"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Actividad</a:t>
                      </a:r>
                      <a:r>
                        <a:rPr lang="es-CL" sz="8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  <a:endParaRPr lang="es-CL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Fase 1</a:t>
                      </a:r>
                      <a:r>
                        <a:rPr lang="es-CL" sz="8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  <a:endParaRPr lang="es-CL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 gridSpan="12">
                  <a:txBody>
                    <a:bodyPr/>
                    <a:lstStyle/>
                    <a:p>
                      <a:pPr algn="ctr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Fase 2</a:t>
                      </a:r>
                      <a:r>
                        <a:rPr lang="es-CL" sz="8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  <a:endParaRPr lang="es-CL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Fase 3</a:t>
                      </a:r>
                      <a:r>
                        <a:rPr lang="es-CL" sz="8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  <a:endParaRPr lang="es-CL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D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0703707"/>
                  </a:ext>
                </a:extLst>
              </a:tr>
              <a:tr h="190500">
                <a:tc v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/>
                        </a:rPr>
                        <a:t>S 1</a:t>
                      </a:r>
                      <a:r>
                        <a:rPr lang="es-CL" sz="800">
                          <a:effectLst/>
                          <a:latin typeface="Calibri"/>
                        </a:rPr>
                        <a:t> </a:t>
                      </a:r>
                      <a:endParaRPr lang="es-CL">
                        <a:effectLst/>
                        <a:latin typeface="Calibri"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S 2</a:t>
                      </a:r>
                      <a:r>
                        <a:rPr lang="es-CL" sz="8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  <a:endParaRPr lang="es-CL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S 3</a:t>
                      </a:r>
                      <a:r>
                        <a:rPr lang="es-CL" sz="8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  <a:endParaRPr lang="es-CL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S 4</a:t>
                      </a:r>
                      <a:r>
                        <a:rPr lang="es-CL" sz="8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  <a:endParaRPr lang="es-CL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S 5</a:t>
                      </a:r>
                      <a:r>
                        <a:rPr lang="es-CL" sz="8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  <a:endParaRPr lang="es-CL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S 6</a:t>
                      </a:r>
                      <a:r>
                        <a:rPr lang="es-CL" sz="8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  <a:endParaRPr lang="es-CL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S 7</a:t>
                      </a:r>
                      <a:r>
                        <a:rPr lang="es-CL" sz="8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  <a:endParaRPr lang="es-CL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S 8</a:t>
                      </a:r>
                      <a:r>
                        <a:rPr lang="es-CL" sz="8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  <a:endParaRPr lang="es-CL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S 9</a:t>
                      </a:r>
                      <a:r>
                        <a:rPr lang="es-CL" sz="8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  <a:endParaRPr lang="es-CL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S 10</a:t>
                      </a:r>
                      <a:r>
                        <a:rPr lang="es-CL" sz="8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  <a:endParaRPr lang="es-CL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S 11</a:t>
                      </a:r>
                      <a:r>
                        <a:rPr lang="es-CL" sz="8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  <a:endParaRPr lang="es-CL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S 12</a:t>
                      </a:r>
                      <a:r>
                        <a:rPr lang="es-CL" sz="8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  <a:endParaRPr lang="es-CL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S 13</a:t>
                      </a:r>
                      <a:r>
                        <a:rPr lang="es-CL" sz="8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  <a:endParaRPr lang="es-CL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S 14</a:t>
                      </a:r>
                      <a:r>
                        <a:rPr lang="es-CL" sz="8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  <a:endParaRPr lang="es-CL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S 15</a:t>
                      </a:r>
                      <a:r>
                        <a:rPr lang="es-CL" sz="8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  <a:endParaRPr lang="es-CL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S 16</a:t>
                      </a:r>
                      <a:r>
                        <a:rPr lang="es-CL" sz="8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  <a:endParaRPr lang="es-CL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S 17</a:t>
                      </a:r>
                      <a:r>
                        <a:rPr lang="es-CL" sz="8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  <a:endParaRPr lang="es-CL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S 18</a:t>
                      </a:r>
                      <a:r>
                        <a:rPr lang="es-CL" sz="8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  <a:endParaRPr lang="es-CL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s-ES"/>
                    </a:p>
                  </a:txBody>
                  <a:tcPr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8836656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457"/>
                        </a:lnSpc>
                        <a:buNone/>
                      </a:pPr>
                      <a:r>
                        <a:rPr lang="es-CL" sz="1100" b="1">
                          <a:effectLst/>
                          <a:latin typeface="Calibri"/>
                        </a:rPr>
                        <a:t>Levantamiento de requisitos</a:t>
                      </a:r>
                      <a:r>
                        <a:rPr lang="es-CL" sz="1100">
                          <a:effectLst/>
                          <a:latin typeface="Calibri"/>
                        </a:rPr>
                        <a:t> </a:t>
                      </a:r>
                      <a:endParaRPr lang="es-CL">
                        <a:effectLst/>
                        <a:latin typeface="Calibri"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s-ES"/>
                    </a:p>
                  </a:txBody>
                  <a:tcPr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60063112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457"/>
                        </a:lnSpc>
                        <a:buNone/>
                      </a:pPr>
                      <a:r>
                        <a:rPr lang="es-CL" sz="1100" b="1">
                          <a:effectLst/>
                          <a:latin typeface="Calibri" panose="020F0502020204030204" pitchFamily="34" charset="0"/>
                        </a:rPr>
                        <a:t>Prototipado interfaz</a:t>
                      </a:r>
                      <a:r>
                        <a:rPr lang="es-CL" sz="11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  <a:endParaRPr lang="es-CL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s-ES"/>
                    </a:p>
                  </a:txBody>
                  <a:tcPr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15065562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457"/>
                        </a:lnSpc>
                        <a:buNone/>
                      </a:pPr>
                      <a:r>
                        <a:rPr lang="es-CL" sz="1100" b="1">
                          <a:effectLst/>
                          <a:latin typeface="Calibri" panose="020F0502020204030204" pitchFamily="34" charset="0"/>
                        </a:rPr>
                        <a:t>Diseño BD</a:t>
                      </a:r>
                      <a:r>
                        <a:rPr lang="es-CL" sz="11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  <a:endParaRPr lang="es-CL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s-ES"/>
                    </a:p>
                  </a:txBody>
                  <a:tcPr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486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457"/>
                        </a:lnSpc>
                        <a:buNone/>
                      </a:pPr>
                      <a:r>
                        <a:rPr lang="es-CL" sz="1100" b="1">
                          <a:effectLst/>
                          <a:latin typeface="Calibri"/>
                        </a:rPr>
                        <a:t>Implementación API</a:t>
                      </a:r>
                      <a:r>
                        <a:rPr lang="es-CL" sz="1100">
                          <a:effectLst/>
                          <a:latin typeface="Calibri"/>
                        </a:rPr>
                        <a:t> </a:t>
                      </a:r>
                      <a:endParaRPr lang="es-CL">
                        <a:effectLst/>
                        <a:latin typeface="Calibri"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s-ES"/>
                    </a:p>
                  </a:txBody>
                  <a:tcPr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13356496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457"/>
                        </a:lnSpc>
                        <a:buNone/>
                      </a:pPr>
                      <a:r>
                        <a:rPr lang="es-CL" sz="1100" b="1">
                          <a:effectLst/>
                          <a:latin typeface="Calibri" panose="020F0502020204030204" pitchFamily="34" charset="0"/>
                        </a:rPr>
                        <a:t>Interfaz gamificada</a:t>
                      </a:r>
                      <a:r>
                        <a:rPr lang="es-CL" sz="11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  <a:endParaRPr lang="es-CL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s-ES"/>
                    </a:p>
                  </a:txBody>
                  <a:tcPr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382919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457"/>
                        </a:lnSpc>
                        <a:buNone/>
                      </a:pPr>
                      <a:r>
                        <a:rPr lang="es-CL" sz="1100" b="1">
                          <a:effectLst/>
                          <a:latin typeface="Calibri" panose="020F0502020204030204" pitchFamily="34" charset="0"/>
                        </a:rPr>
                        <a:t>Pruebas con usuarios</a:t>
                      </a:r>
                      <a:r>
                        <a:rPr lang="es-CL" sz="11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  <a:endParaRPr lang="es-CL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s-ES"/>
                    </a:p>
                  </a:txBody>
                  <a:tcPr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06278997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457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1100" b="1">
                          <a:effectLst/>
                          <a:latin typeface="Calibri"/>
                        </a:rPr>
                        <a:t>Pruebas finales</a:t>
                      </a:r>
                      <a:r>
                        <a:rPr lang="es-CL" sz="1100">
                          <a:effectLst/>
                          <a:latin typeface="Calibri"/>
                        </a:rPr>
                        <a:t> </a:t>
                      </a:r>
                      <a:endParaRPr lang="es-CL">
                        <a:effectLst/>
                        <a:latin typeface="Calibri"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s-ES"/>
                    </a:p>
                  </a:txBody>
                  <a:tcPr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2470660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457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1100" b="1">
                          <a:effectLst/>
                          <a:latin typeface="Calibri" panose="020F0502020204030204" pitchFamily="34" charset="0"/>
                        </a:rPr>
                        <a:t>Mejoras</a:t>
                      </a:r>
                      <a:r>
                        <a:rPr lang="es-CL" sz="11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  <a:endParaRPr lang="es-CL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63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s-ES"/>
                    </a:p>
                  </a:txBody>
                  <a:tcPr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7343519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24313383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 descr="Diagrama&#10;&#10;El contenido generado por IA puede ser incorrecto.">
            <a:extLst>
              <a:ext uri="{FF2B5EF4-FFF2-40B4-BE49-F238E27FC236}">
                <a16:creationId xmlns:a16="http://schemas.microsoft.com/office/drawing/2014/main" id="{DEC24D8A-6627-1C10-0CF3-681713B73A1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664" t="2650" r="4241" b="8968"/>
          <a:stretch>
            <a:fillRect/>
          </a:stretch>
        </p:blipFill>
        <p:spPr>
          <a:xfrm>
            <a:off x="1520347" y="1156169"/>
            <a:ext cx="9151531" cy="5709973"/>
          </a:xfrm>
          <a:prstGeom prst="rect">
            <a:avLst/>
          </a:prstGeom>
        </p:spPr>
      </p:pic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MX">
                <a:solidFill>
                  <a:schemeClr val="bg2">
                    <a:lumMod val="50000"/>
                  </a:schemeClr>
                </a:solidFill>
              </a:rPr>
              <a:t>PROYECTO “SYNAPQUEST”</a:t>
            </a:r>
            <a:endParaRPr lang="es-ES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832580"/>
            <a:ext cx="12191999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MX" sz="3600"/>
              <a:t>Arquitectura del software</a:t>
            </a:r>
            <a:endParaRPr lang="es-MX" sz="2400">
              <a:solidFill>
                <a:schemeClr val="bg2">
                  <a:lumMod val="50000"/>
                </a:schemeClr>
              </a:solidFill>
            </a:endParaRP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491460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MX">
                <a:solidFill>
                  <a:schemeClr val="bg2">
                    <a:lumMod val="50000"/>
                  </a:schemeClr>
                </a:solidFill>
              </a:rPr>
              <a:t>PROYECTO “SYNAPQUEST”</a:t>
            </a:r>
            <a:endParaRPr lang="es-ES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/>
              <a:t>Modelo de datos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7865D6B1-2584-5047-F4A0-EA0613624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4415516"/>
              </p:ext>
            </p:extLst>
          </p:nvPr>
        </p:nvGraphicFramePr>
        <p:xfrm>
          <a:off x="4845169" y="2286000"/>
          <a:ext cx="6914800" cy="43295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7400">
                  <a:extLst>
                    <a:ext uri="{9D8B030D-6E8A-4147-A177-3AD203B41FA5}">
                      <a16:colId xmlns:a16="http://schemas.microsoft.com/office/drawing/2014/main" val="3329444931"/>
                    </a:ext>
                  </a:extLst>
                </a:gridCol>
                <a:gridCol w="3457400">
                  <a:extLst>
                    <a:ext uri="{9D8B030D-6E8A-4147-A177-3AD203B41FA5}">
                      <a16:colId xmlns:a16="http://schemas.microsoft.com/office/drawing/2014/main" val="571560195"/>
                    </a:ext>
                  </a:extLst>
                </a:gridCol>
              </a:tblGrid>
              <a:tr h="387121">
                <a:tc>
                  <a:txBody>
                    <a:bodyPr/>
                    <a:lstStyle/>
                    <a:p>
                      <a:r>
                        <a:rPr lang="es-ES"/>
                        <a:t>Entidad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/>
                        <a:t>Descripción principal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6627906"/>
                  </a:ext>
                </a:extLst>
              </a:tr>
              <a:tr h="741982">
                <a:tc>
                  <a:txBody>
                    <a:bodyPr/>
                    <a:lstStyle/>
                    <a:p>
                      <a:r>
                        <a:rPr lang="es-ES"/>
                        <a:t>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/>
                        <a:t>Almacena datos de los estudiantes, progreso y recompensas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5542146"/>
                  </a:ext>
                </a:extLst>
              </a:tr>
              <a:tr h="564551">
                <a:tc>
                  <a:txBody>
                    <a:bodyPr/>
                    <a:lstStyle/>
                    <a:p>
                      <a:r>
                        <a:rPr lang="es-ES"/>
                        <a:t>Subjects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/>
                        <a:t>Contiene las asignaturas disponibles en la plataforma.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8091984"/>
                  </a:ext>
                </a:extLst>
              </a:tr>
              <a:tr h="564551">
                <a:tc>
                  <a:txBody>
                    <a:bodyPr/>
                    <a:lstStyle/>
                    <a:p>
                      <a:r>
                        <a:rPr lang="es-ES"/>
                        <a:t>Activities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/>
                        <a:t>Representa las actividades o ejercicios por asignatura.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8626713"/>
                  </a:ext>
                </a:extLst>
              </a:tr>
              <a:tr h="564551">
                <a:tc>
                  <a:txBody>
                    <a:bodyPr/>
                    <a:lstStyle/>
                    <a:p>
                      <a:r>
                        <a:rPr lang="es-ES"/>
                        <a:t>Activity_Attempts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/>
                        <a:t>Registra los intentos, resultados y puntuaciones del usuario.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1722295"/>
                  </a:ext>
                </a:extLst>
              </a:tr>
              <a:tr h="564551">
                <a:tc>
                  <a:txBody>
                    <a:bodyPr/>
                    <a:lstStyle/>
                    <a:p>
                      <a:r>
                        <a:rPr lang="es-ES"/>
                        <a:t>Users_Progress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/>
                        <a:t>Mide el avance del estudiante por tema.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7077753"/>
                  </a:ext>
                </a:extLst>
              </a:tr>
              <a:tr h="564551">
                <a:tc>
                  <a:txBody>
                    <a:bodyPr/>
                    <a:lstStyle/>
                    <a:p>
                      <a:r>
                        <a:rPr lang="es-ES"/>
                        <a:t>Materials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/>
                        <a:t>Guarda recursos educativos complementarios.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6303341"/>
                  </a:ext>
                </a:extLst>
              </a:tr>
            </a:tbl>
          </a:graphicData>
        </a:graphic>
      </p:graphicFrame>
      <p:pic>
        <p:nvPicPr>
          <p:cNvPr id="3" name="Imagen 2" descr="Interfaz de usuario gráfica, Aplicación, Tabla, Word&#10;&#10;El contenido generado por IA puede ser incorrecto.">
            <a:extLst>
              <a:ext uri="{FF2B5EF4-FFF2-40B4-BE49-F238E27FC236}">
                <a16:creationId xmlns:a16="http://schemas.microsoft.com/office/drawing/2014/main" id="{6968AE58-B16E-734E-243A-65F40DC990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878" y="2530415"/>
            <a:ext cx="4214283" cy="3723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457618"/>
      </p:ext>
    </p:extLst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MX">
                <a:solidFill>
                  <a:schemeClr val="bg2">
                    <a:lumMod val="50000"/>
                  </a:schemeClr>
                </a:solidFill>
              </a:rPr>
              <a:t>PROYECTO “SYNAPQUEST”</a:t>
            </a:r>
            <a:endParaRPr lang="es-ES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2421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/>
              <a:t>Tecnologías utilizadas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uadroTexto 1">
            <a:extLst>
              <a:ext uri="{FF2B5EF4-FFF2-40B4-BE49-F238E27FC236}">
                <a16:creationId xmlns:a16="http://schemas.microsoft.com/office/drawing/2014/main" id="{8F71F29F-9179-D0E1-6995-CA33A6D51B09}"/>
              </a:ext>
            </a:extLst>
          </p:cNvPr>
          <p:cNvSpPr txBox="1"/>
          <p:nvPr/>
        </p:nvSpPr>
        <p:spPr>
          <a:xfrm>
            <a:off x="1299236" y="2027534"/>
            <a:ext cx="1543501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2800" b="1">
                <a:ea typeface="Calibri"/>
                <a:cs typeface="Calibri"/>
              </a:rPr>
              <a:t>Frontend</a:t>
            </a:r>
          </a:p>
        </p:txBody>
      </p:sp>
      <p:pic>
        <p:nvPicPr>
          <p:cNvPr id="3" name="Imagen 2" descr="Imagen que contiene dibujo&#10;&#10;El contenido generado por IA puede ser incorrecto.">
            <a:extLst>
              <a:ext uri="{FF2B5EF4-FFF2-40B4-BE49-F238E27FC236}">
                <a16:creationId xmlns:a16="http://schemas.microsoft.com/office/drawing/2014/main" id="{C2B20D77-C174-2DF3-DED7-2A70078BFF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173" y="2862478"/>
            <a:ext cx="777606" cy="789896"/>
          </a:xfrm>
          <a:prstGeom prst="rect">
            <a:avLst/>
          </a:prstGeom>
        </p:spPr>
      </p:pic>
      <p:pic>
        <p:nvPicPr>
          <p:cNvPr id="4" name="Imagen 3" descr="Imagen que contiene texto, dibujo, señal&#10;&#10;El contenido generado por IA puede ser incorrecto.">
            <a:extLst>
              <a:ext uri="{FF2B5EF4-FFF2-40B4-BE49-F238E27FC236}">
                <a16:creationId xmlns:a16="http://schemas.microsoft.com/office/drawing/2014/main" id="{0AD4C5E4-EE04-442A-A914-B9B6E60D7D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3773" y="2857038"/>
            <a:ext cx="817028" cy="788453"/>
          </a:xfrm>
          <a:prstGeom prst="rect">
            <a:avLst/>
          </a:prstGeom>
        </p:spPr>
      </p:pic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3ED6DD1A-39BD-0ECC-33A0-E5484F8A56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4219" y="2758129"/>
            <a:ext cx="957446" cy="1002138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325CE2F4-3261-B72A-4DF8-A0D5F286B794}"/>
              </a:ext>
            </a:extLst>
          </p:cNvPr>
          <p:cNvSpPr txBox="1"/>
          <p:nvPr/>
        </p:nvSpPr>
        <p:spPr>
          <a:xfrm>
            <a:off x="5207557" y="2027532"/>
            <a:ext cx="1555791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2800" b="1">
                <a:ea typeface="Calibri"/>
                <a:cs typeface="Calibri"/>
              </a:rPr>
              <a:t>Backend 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F84D2952-45DB-F87A-D75E-591BD0082763}"/>
              </a:ext>
            </a:extLst>
          </p:cNvPr>
          <p:cNvSpPr txBox="1"/>
          <p:nvPr/>
        </p:nvSpPr>
        <p:spPr>
          <a:xfrm>
            <a:off x="8525945" y="2027532"/>
            <a:ext cx="231779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2800" b="1">
                <a:ea typeface="Calibri"/>
                <a:cs typeface="Calibri"/>
              </a:rPr>
              <a:t>Base de datos 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32CA8C8-09F2-78E3-7BEE-DD2DAB5A61E4}"/>
              </a:ext>
            </a:extLst>
          </p:cNvPr>
          <p:cNvSpPr txBox="1"/>
          <p:nvPr/>
        </p:nvSpPr>
        <p:spPr>
          <a:xfrm>
            <a:off x="1323816" y="4252080"/>
            <a:ext cx="2244048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2800" b="1">
                <a:ea typeface="Calibri"/>
                <a:cs typeface="Calibri"/>
              </a:rPr>
              <a:t>Autenticación </a:t>
            </a:r>
            <a:r>
              <a:rPr lang="es-ES" sz="2800">
                <a:ea typeface="Calibri"/>
                <a:cs typeface="Calibri"/>
              </a:rPr>
              <a:t> 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F35851E1-4903-4CFF-F8AE-858366FB648E}"/>
              </a:ext>
            </a:extLst>
          </p:cNvPr>
          <p:cNvSpPr txBox="1"/>
          <p:nvPr/>
        </p:nvSpPr>
        <p:spPr>
          <a:xfrm>
            <a:off x="4863427" y="4252079"/>
            <a:ext cx="327643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2800" b="1">
                <a:ea typeface="Calibri"/>
                <a:cs typeface="Calibri"/>
              </a:rPr>
              <a:t>Control de versiones </a:t>
            </a:r>
            <a:r>
              <a:rPr lang="es-ES" sz="2800">
                <a:ea typeface="Calibri"/>
                <a:cs typeface="Calibri"/>
              </a:rPr>
              <a:t> 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8493C887-559F-BCC1-869F-E592981B8CCF}"/>
              </a:ext>
            </a:extLst>
          </p:cNvPr>
          <p:cNvSpPr txBox="1"/>
          <p:nvPr/>
        </p:nvSpPr>
        <p:spPr>
          <a:xfrm>
            <a:off x="9128168" y="4252078"/>
            <a:ext cx="1223952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2800" b="1">
                <a:ea typeface="Calibri"/>
                <a:cs typeface="Calibri"/>
              </a:rPr>
              <a:t>Diseño  </a:t>
            </a:r>
          </a:p>
        </p:txBody>
      </p:sp>
      <p:pic>
        <p:nvPicPr>
          <p:cNvPr id="14" name="Imagen 13" descr="Icono&#10;&#10;El contenido generado por IA puede ser incorrecto.">
            <a:extLst>
              <a:ext uri="{FF2B5EF4-FFF2-40B4-BE49-F238E27FC236}">
                <a16:creationId xmlns:a16="http://schemas.microsoft.com/office/drawing/2014/main" id="{AC07C232-6B26-4B2D-8E7E-77D08EFABB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5443" y="2640423"/>
            <a:ext cx="1842627" cy="1259451"/>
          </a:xfrm>
          <a:prstGeom prst="rect">
            <a:avLst/>
          </a:prstGeom>
        </p:spPr>
      </p:pic>
      <p:pic>
        <p:nvPicPr>
          <p:cNvPr id="15" name="Imagen 14" descr="Logotipo, nombre de la empresa&#10;&#10;El contenido generado por IA puede ser incorrecto.">
            <a:extLst>
              <a:ext uri="{FF2B5EF4-FFF2-40B4-BE49-F238E27FC236}">
                <a16:creationId xmlns:a16="http://schemas.microsoft.com/office/drawing/2014/main" id="{2AF801C9-9434-B169-FE34-BC68655A05E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5225" y="2752879"/>
            <a:ext cx="2389546" cy="887055"/>
          </a:xfrm>
          <a:prstGeom prst="rect">
            <a:avLst/>
          </a:prstGeom>
        </p:spPr>
      </p:pic>
      <p:pic>
        <p:nvPicPr>
          <p:cNvPr id="16" name="Imagen 15" descr="Icono&#10;&#10;El contenido generado por IA puede ser incorrecto.">
            <a:extLst>
              <a:ext uri="{FF2B5EF4-FFF2-40B4-BE49-F238E27FC236}">
                <a16:creationId xmlns:a16="http://schemas.microsoft.com/office/drawing/2014/main" id="{DA0BF3B9-9F46-1B52-95BA-B32643A934A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98731" y="4891240"/>
            <a:ext cx="1407243" cy="789040"/>
          </a:xfrm>
          <a:prstGeom prst="rect">
            <a:avLst/>
          </a:prstGeom>
        </p:spPr>
      </p:pic>
      <p:pic>
        <p:nvPicPr>
          <p:cNvPr id="17" name="Imagen 16" descr="Logotipo, nombre de la empresa&#10;&#10;El contenido generado por IA puede ser incorrecto.">
            <a:extLst>
              <a:ext uri="{FF2B5EF4-FFF2-40B4-BE49-F238E27FC236}">
                <a16:creationId xmlns:a16="http://schemas.microsoft.com/office/drawing/2014/main" id="{851A4086-8B09-B6F0-920D-19E91897316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1667" y="4891240"/>
            <a:ext cx="1530146" cy="813621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1E3BC1E5-23F2-F068-BC78-5199295AF9B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04375" y="5753869"/>
            <a:ext cx="1365763" cy="845882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EA5166EC-5F9D-0754-A4E4-9BE257CA0A3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60888" y="5025359"/>
            <a:ext cx="1368835" cy="1319675"/>
          </a:xfrm>
          <a:prstGeom prst="rect">
            <a:avLst/>
          </a:prstGeom>
        </p:spPr>
      </p:pic>
      <p:pic>
        <p:nvPicPr>
          <p:cNvPr id="20" name="Imagen 19" descr="Historia del logo de Google - Rótulos Matesanz">
            <a:extLst>
              <a:ext uri="{FF2B5EF4-FFF2-40B4-BE49-F238E27FC236}">
                <a16:creationId xmlns:a16="http://schemas.microsoft.com/office/drawing/2014/main" id="{9B5FEA53-106F-AA1C-59C3-E76CA16ACD0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95605" y="5021893"/>
            <a:ext cx="958242" cy="926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5368746"/>
      </p:ext>
    </p:extLst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2707792"/>
            <a:ext cx="12191999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/>
              <a:t>DEMOSTRACIÓN DEL RESULTADO DEL PROYECTO</a:t>
            </a:r>
          </a:p>
          <a:p>
            <a:pPr algn="ctr"/>
            <a:r>
              <a:rPr lang="es-MX" sz="2400">
                <a:solidFill>
                  <a:schemeClr val="bg2">
                    <a:lumMod val="50000"/>
                  </a:schemeClr>
                </a:solidFill>
              </a:rPr>
              <a:t>*Exposición del sistema</a:t>
            </a:r>
            <a:endParaRPr lang="es-CL" sz="240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9174681"/>
      </p:ext>
    </p:ext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1459095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/>
              <a:t>Resultados obtenidos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B0A3A417-E282-B17C-3B23-FDB8430595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092" y="2912806"/>
            <a:ext cx="4443526" cy="2691581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DF4216C6-85BE-D046-EA51-75F6C9024AEF}"/>
              </a:ext>
            </a:extLst>
          </p:cNvPr>
          <p:cNvSpPr txBox="1"/>
          <p:nvPr/>
        </p:nvSpPr>
        <p:spPr>
          <a:xfrm>
            <a:off x="5509430" y="2542814"/>
            <a:ext cx="6338609" cy="36933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s-ES">
                <a:ea typeface="+mn-lt"/>
                <a:cs typeface="+mn-lt"/>
              </a:rPr>
              <a:t>Implementación completa del CRUD conectado a MongoDB Atlas</a:t>
            </a:r>
          </a:p>
          <a:p>
            <a:pPr marL="285750" indent="-285750">
              <a:buFont typeface="Arial"/>
              <a:buChar char="•"/>
            </a:pPr>
            <a:r>
              <a:rPr lang="es-ES">
                <a:ea typeface="+mn-lt"/>
                <a:cs typeface="+mn-lt"/>
              </a:rPr>
              <a:t>Desarrollo funcional de la vista del administrador</a:t>
            </a:r>
          </a:p>
          <a:p>
            <a:pPr marL="285750" indent="-285750">
              <a:buFont typeface="Arial"/>
              <a:buChar char="•"/>
            </a:pPr>
            <a:r>
              <a:rPr lang="es-ES">
                <a:ea typeface="+mn-lt"/>
                <a:cs typeface="+mn-lt"/>
              </a:rPr>
              <a:t>Integración del sistema de autenticación de usuarios</a:t>
            </a:r>
          </a:p>
          <a:p>
            <a:pPr marL="285750" indent="-285750">
              <a:buFont typeface="Arial"/>
              <a:buChar char="•"/>
            </a:pPr>
            <a:r>
              <a:rPr lang="es-ES">
                <a:ea typeface="+mn-lt"/>
                <a:cs typeface="+mn-lt"/>
              </a:rPr>
              <a:t>Diseño y desarrollo del </a:t>
            </a:r>
            <a:r>
              <a:rPr lang="es-ES" err="1">
                <a:ea typeface="+mn-lt"/>
                <a:cs typeface="+mn-lt"/>
              </a:rPr>
              <a:t>frontend</a:t>
            </a:r>
            <a:r>
              <a:rPr lang="es-ES">
                <a:ea typeface="+mn-lt"/>
                <a:cs typeface="+mn-lt"/>
              </a:rPr>
              <a:t> con </a:t>
            </a:r>
            <a:r>
              <a:rPr lang="es-ES" err="1">
                <a:ea typeface="+mn-lt"/>
                <a:cs typeface="+mn-lt"/>
              </a:rPr>
              <a:t>React</a:t>
            </a:r>
            <a:r>
              <a:rPr lang="es-ES">
                <a:ea typeface="+mn-lt"/>
                <a:cs typeface="+mn-lt"/>
              </a:rPr>
              <a:t> y Vite</a:t>
            </a:r>
          </a:p>
          <a:p>
            <a:pPr marL="285750" indent="-285750">
              <a:buFont typeface="Arial"/>
              <a:buChar char="•"/>
            </a:pPr>
            <a:r>
              <a:rPr lang="es-ES">
                <a:ea typeface="+mn-lt"/>
                <a:cs typeface="+mn-lt"/>
              </a:rPr>
              <a:t>Conexión efectiva entre el </a:t>
            </a:r>
            <a:r>
              <a:rPr lang="es-ES" err="1">
                <a:ea typeface="+mn-lt"/>
                <a:cs typeface="+mn-lt"/>
              </a:rPr>
              <a:t>frontend</a:t>
            </a:r>
            <a:r>
              <a:rPr lang="es-ES">
                <a:ea typeface="+mn-lt"/>
                <a:cs typeface="+mn-lt"/>
              </a:rPr>
              <a:t> y el </a:t>
            </a:r>
            <a:r>
              <a:rPr lang="es-ES" err="1">
                <a:ea typeface="+mn-lt"/>
                <a:cs typeface="+mn-lt"/>
              </a:rPr>
              <a:t>backend</a:t>
            </a:r>
            <a:r>
              <a:rPr lang="es-ES">
                <a:ea typeface="+mn-lt"/>
                <a:cs typeface="+mn-lt"/>
              </a:rPr>
              <a:t> mediante API REST</a:t>
            </a:r>
          </a:p>
          <a:p>
            <a:pPr marL="285750" indent="-285750">
              <a:buFont typeface="Arial"/>
              <a:buChar char="•"/>
            </a:pPr>
            <a:r>
              <a:rPr lang="es-ES">
                <a:ea typeface="+mn-lt"/>
                <a:cs typeface="+mn-lt"/>
              </a:rPr>
              <a:t>Gestión visual y flexible del desarrollo con metodología Kanban</a:t>
            </a:r>
          </a:p>
          <a:p>
            <a:pPr marL="285750" indent="-285750">
              <a:buFont typeface="Arial"/>
              <a:buChar char="•"/>
            </a:pPr>
            <a:r>
              <a:rPr lang="es-ES">
                <a:ea typeface="+mn-lt"/>
                <a:cs typeface="+mn-lt"/>
              </a:rPr>
              <a:t>Implementación de roles básicos de usuario (Administrador y Estudiante)</a:t>
            </a:r>
          </a:p>
          <a:p>
            <a:pPr marL="285750" indent="-285750">
              <a:buFont typeface="Arial"/>
              <a:buChar char="•"/>
            </a:pPr>
            <a:r>
              <a:rPr lang="es-ES">
                <a:ea typeface="+mn-lt"/>
                <a:cs typeface="+mn-lt"/>
              </a:rPr>
              <a:t>Desarrollo de las primeras actividades educativas interactivas</a:t>
            </a:r>
          </a:p>
          <a:p>
            <a:pPr marL="285750" indent="-285750">
              <a:buFont typeface="Arial"/>
              <a:buChar char="•"/>
            </a:pPr>
            <a:r>
              <a:rPr lang="es-ES">
                <a:ea typeface="+mn-lt"/>
                <a:cs typeface="+mn-lt"/>
              </a:rPr>
              <a:t>Documentación técnica y estructura del proyecto en GitHub</a:t>
            </a:r>
          </a:p>
          <a:p>
            <a:pPr marL="285750" indent="-285750">
              <a:buFont typeface="Arial"/>
              <a:buChar char="•"/>
            </a:pPr>
            <a:r>
              <a:rPr lang="es-ES">
                <a:ea typeface="+mn-lt"/>
                <a:cs typeface="+mn-lt"/>
              </a:rPr>
              <a:t>Optimización del código y del flujo de trabajo</a:t>
            </a:r>
            <a:endParaRPr lang="es-ES"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904893737"/>
      </p:ext>
    </p:extLst>
  </p:cSld>
  <p:clrMapOvr>
    <a:masterClrMapping/>
  </p:clrMapOvr>
  <p:transition spd="slow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1360773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/>
              <a:t>Obstáculos presentados durante el desarrollo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A3989512-3B30-B4F5-BBFF-90826BD7E0C2}"/>
              </a:ext>
            </a:extLst>
          </p:cNvPr>
          <p:cNvSpPr txBox="1"/>
          <p:nvPr/>
        </p:nvSpPr>
        <p:spPr>
          <a:xfrm>
            <a:off x="1101131" y="2491309"/>
            <a:ext cx="5918581" cy="18719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es-ES"/>
          </a:p>
        </p:txBody>
      </p:sp>
      <p:pic>
        <p:nvPicPr>
          <p:cNvPr id="7" name="Imagen 6" descr="Diagrama&#10;&#10;El contenido generado por IA puede ser incorrecto.">
            <a:extLst>
              <a:ext uri="{FF2B5EF4-FFF2-40B4-BE49-F238E27FC236}">
                <a16:creationId xmlns:a16="http://schemas.microsoft.com/office/drawing/2014/main" id="{3125CE07-FC93-0F38-71B1-25C35F3C3F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736" y="2868001"/>
            <a:ext cx="4057421" cy="3049951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06145CEA-556A-3DC5-2B48-AEFFD0617F63}"/>
              </a:ext>
            </a:extLst>
          </p:cNvPr>
          <p:cNvSpPr txBox="1"/>
          <p:nvPr/>
        </p:nvSpPr>
        <p:spPr>
          <a:xfrm>
            <a:off x="5687360" y="2551906"/>
            <a:ext cx="5560713" cy="36933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s-ES">
                <a:ea typeface="+mn-lt"/>
                <a:cs typeface="+mn-lt"/>
              </a:rPr>
              <a:t>Retrasos en la visualización de actividades del usuario debido a fallas técnicas en la integración con la base de datos.</a:t>
            </a:r>
          </a:p>
          <a:p>
            <a:pPr marL="285750" indent="-285750">
              <a:buFont typeface="Arial"/>
              <a:buChar char="•"/>
            </a:pPr>
            <a:r>
              <a:rPr lang="es-ES">
                <a:ea typeface="+mn-lt"/>
                <a:cs typeface="+mn-lt"/>
              </a:rPr>
              <a:t>Ajustes de diseño por compatibilidad entre componentes del frontend.</a:t>
            </a:r>
          </a:p>
          <a:p>
            <a:pPr marL="285750" indent="-285750">
              <a:buFont typeface="Arial"/>
              <a:buChar char="•"/>
            </a:pPr>
            <a:r>
              <a:rPr lang="es-ES">
                <a:ea typeface="+mn-lt"/>
                <a:cs typeface="+mn-lt"/>
              </a:rPr>
              <a:t>Limitación de tiempo para realizar pruebas con usuarios reales.</a:t>
            </a:r>
          </a:p>
          <a:p>
            <a:pPr marL="285750" indent="-285750">
              <a:buFont typeface="Arial"/>
              <a:buChar char="•"/>
            </a:pPr>
            <a:r>
              <a:rPr lang="es-ES">
                <a:ea typeface="+mn-lt"/>
                <a:cs typeface="+mn-lt"/>
              </a:rPr>
              <a:t>Dificultades iniciales con la configuración de autenticación Google</a:t>
            </a:r>
            <a:endParaRPr lang="es-ES">
              <a:ea typeface="Calibri" panose="020F0502020204030204"/>
              <a:cs typeface="Calibri" panose="020F0502020204030204"/>
            </a:endParaRPr>
          </a:p>
          <a:p>
            <a:pPr marL="285750" indent="-285750">
              <a:buFont typeface="Arial"/>
              <a:buChar char="•"/>
            </a:pPr>
            <a:r>
              <a:rPr lang="es-ES">
                <a:ea typeface="+mn-lt"/>
                <a:cs typeface="+mn-lt"/>
              </a:rPr>
              <a:t>Retrasos por depuración y pruebas de integración</a:t>
            </a:r>
            <a:endParaRPr lang="es-ES">
              <a:ea typeface="Calibri" panose="020F0502020204030204"/>
              <a:cs typeface="Calibri" panose="020F0502020204030204"/>
            </a:endParaRPr>
          </a:p>
          <a:p>
            <a:pPr marL="285750" indent="-285750">
              <a:buFont typeface="Arial"/>
              <a:buChar char="•"/>
            </a:pPr>
            <a:r>
              <a:rPr lang="es-ES">
                <a:ea typeface="+mn-lt"/>
                <a:cs typeface="+mn-lt"/>
              </a:rPr>
              <a:t>Fallas técnicas en la conexión entre el frontend y la base de datos</a:t>
            </a:r>
            <a:endParaRPr lang="es-ES">
              <a:ea typeface="Calibri" panose="020F0502020204030204"/>
              <a:cs typeface="Calibri" panose="020F0502020204030204"/>
            </a:endParaRPr>
          </a:p>
          <a:p>
            <a:pPr marL="285750" indent="-285750">
              <a:buFont typeface="Arial"/>
              <a:buChar char="•"/>
            </a:pPr>
            <a:endParaRPr lang="es-ES"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266268508"/>
      </p:ext>
    </p:extLst>
  </p:cSld>
  <p:clrMapOvr>
    <a:masterClrMapping/>
  </p:clrMapOvr>
  <p:transition spd="slow">
    <p:wip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0" y="3044279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/>
              <a:t>PREGUNTAS DE LA COMISIÓN</a:t>
            </a:r>
          </a:p>
        </p:txBody>
      </p:sp>
    </p:spTree>
    <p:extLst>
      <p:ext uri="{BB962C8B-B14F-4D97-AF65-F5344CB8AC3E}">
        <p14:creationId xmlns:p14="http://schemas.microsoft.com/office/powerpoint/2010/main" val="4158079731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Panorámica</PresentationFormat>
  <Slides>14</Slides>
  <Notes>0</Notes>
  <HiddenSlides>0</HiddenSlide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5" baseType="lpstr"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Gerardo Galan Cruz</dc:creator>
  <cp:revision>94</cp:revision>
  <dcterms:created xsi:type="dcterms:W3CDTF">2023-10-28T21:12:11Z</dcterms:created>
  <dcterms:modified xsi:type="dcterms:W3CDTF">2025-11-25T00:50:04Z</dcterms:modified>
</cp:coreProperties>
</file>